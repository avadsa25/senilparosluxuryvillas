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481300" cy="11055350"/>
  <p:notesSz cx="15481300" cy="11055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741"/>
  </p:normalViewPr>
  <p:slideViewPr>
    <p:cSldViewPr>
      <p:cViewPr varScale="1">
        <p:scale>
          <a:sx n="62" d="100"/>
          <a:sy n="62" d="100"/>
        </p:scale>
        <p:origin x="784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08775" cy="554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8769350" y="0"/>
            <a:ext cx="6708775" cy="554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0B99E-9F7D-486B-84B0-89834F3474FA}" type="datetimeFigureOut">
              <a:rPr lang="el-GR" smtClean="0"/>
              <a:t>30/8/26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5129213" y="1382713"/>
            <a:ext cx="5222875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1547813" y="5319713"/>
            <a:ext cx="12385675" cy="43545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10501313"/>
            <a:ext cx="6708775" cy="554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8769350" y="10501313"/>
            <a:ext cx="6708775" cy="554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5A0D8F-7011-4000-A43E-B07BAD7C314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6090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A0D8F-7011-4000-A43E-B07BAD7C314A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4484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61097" y="3427158"/>
            <a:ext cx="13159105" cy="23216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1">
                <a:solidFill>
                  <a:srgbClr val="144E8C"/>
                </a:solidFill>
                <a:latin typeface="CenturyGothic-BoldItalic"/>
                <a:cs typeface="CenturyGothic-Bold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22195" y="6190996"/>
            <a:ext cx="10836910" cy="2763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1">
                <a:solidFill>
                  <a:srgbClr val="144E8C"/>
                </a:solidFill>
                <a:latin typeface="CenturyGothic-BoldItalic"/>
                <a:cs typeface="CenturyGothic-Bold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1">
                <a:solidFill>
                  <a:srgbClr val="144E8C"/>
                </a:solidFill>
                <a:latin typeface="CenturyGothic-BoldItalic"/>
                <a:cs typeface="CenturyGothic-Bold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4065" y="2542730"/>
            <a:ext cx="6734365" cy="72965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972869" y="2542730"/>
            <a:ext cx="6734365" cy="72965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1">
                <a:solidFill>
                  <a:srgbClr val="144E8C"/>
                </a:solidFill>
                <a:latin typeface="CenturyGothic-BoldItalic"/>
                <a:cs typeface="CenturyGothic-Bold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5.png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5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24" Type="http://schemas.openxmlformats.org/officeDocument/2006/relationships/image" Target="../media/image18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23" Type="http://schemas.openxmlformats.org/officeDocument/2006/relationships/image" Target="../media/image17.png"/><Relationship Id="rId28" Type="http://schemas.openxmlformats.org/officeDocument/2006/relationships/image" Target="../media/image22.pn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Relationship Id="rId22" Type="http://schemas.openxmlformats.org/officeDocument/2006/relationships/image" Target="../media/image16.png"/><Relationship Id="rId27" Type="http://schemas.openxmlformats.org/officeDocument/2006/relationships/image" Target="../media/image21.png"/><Relationship Id="rId30" Type="http://schemas.openxmlformats.org/officeDocument/2006/relationships/image" Target="../media/image2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37344" y="9267741"/>
            <a:ext cx="3479039" cy="81521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78205" y="5411952"/>
            <a:ext cx="12799695" cy="34925"/>
          </a:xfrm>
          <a:custGeom>
            <a:avLst/>
            <a:gdLst/>
            <a:ahLst/>
            <a:cxnLst/>
            <a:rect l="l" t="t" r="r" b="b"/>
            <a:pathLst>
              <a:path w="12799694" h="34925">
                <a:moveTo>
                  <a:pt x="12799441" y="0"/>
                </a:moveTo>
                <a:lnTo>
                  <a:pt x="0" y="0"/>
                </a:lnTo>
                <a:lnTo>
                  <a:pt x="0" y="34594"/>
                </a:lnTo>
                <a:lnTo>
                  <a:pt x="12799441" y="34594"/>
                </a:lnTo>
                <a:lnTo>
                  <a:pt x="12799441" y="0"/>
                </a:lnTo>
                <a:close/>
              </a:path>
            </a:pathLst>
          </a:custGeom>
          <a:solidFill>
            <a:srgbClr val="00BF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39566" y="9312503"/>
            <a:ext cx="1174115" cy="782955"/>
          </a:xfrm>
          <a:custGeom>
            <a:avLst/>
            <a:gdLst/>
            <a:ahLst/>
            <a:cxnLst/>
            <a:rect l="l" t="t" r="r" b="b"/>
            <a:pathLst>
              <a:path w="1174115" h="782954">
                <a:moveTo>
                  <a:pt x="1173594" y="0"/>
                </a:moveTo>
                <a:lnTo>
                  <a:pt x="0" y="0"/>
                </a:lnTo>
                <a:lnTo>
                  <a:pt x="0" y="782408"/>
                </a:lnTo>
                <a:lnTo>
                  <a:pt x="1173594" y="782408"/>
                </a:lnTo>
                <a:lnTo>
                  <a:pt x="1173594" y="0"/>
                </a:lnTo>
                <a:close/>
              </a:path>
            </a:pathLst>
          </a:custGeom>
          <a:solidFill>
            <a:srgbClr val="034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85652" y="9406102"/>
            <a:ext cx="80962" cy="7687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63723" y="9440494"/>
            <a:ext cx="174722" cy="17089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329314" y="9662471"/>
            <a:ext cx="80962" cy="7691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363724" y="9790844"/>
            <a:ext cx="174912" cy="17086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585668" y="9918838"/>
            <a:ext cx="80962" cy="76911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713675" y="9790844"/>
            <a:ext cx="174905" cy="17086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841633" y="9662109"/>
            <a:ext cx="80987" cy="76911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714032" y="9440526"/>
            <a:ext cx="174541" cy="170472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357742" y="9312465"/>
            <a:ext cx="168808" cy="174764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553136" y="9357767"/>
            <a:ext cx="103708" cy="132321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11733264" y="9360623"/>
            <a:ext cx="97790" cy="127000"/>
          </a:xfrm>
          <a:custGeom>
            <a:avLst/>
            <a:gdLst/>
            <a:ahLst/>
            <a:cxnLst/>
            <a:rect l="l" t="t" r="r" b="b"/>
            <a:pathLst>
              <a:path w="97790" h="127000">
                <a:moveTo>
                  <a:pt x="97396" y="0"/>
                </a:moveTo>
                <a:lnTo>
                  <a:pt x="0" y="0"/>
                </a:lnTo>
                <a:lnTo>
                  <a:pt x="0" y="27940"/>
                </a:lnTo>
                <a:lnTo>
                  <a:pt x="32905" y="27940"/>
                </a:lnTo>
                <a:lnTo>
                  <a:pt x="32905" y="127000"/>
                </a:lnTo>
                <a:lnTo>
                  <a:pt x="66408" y="127000"/>
                </a:lnTo>
                <a:lnTo>
                  <a:pt x="66408" y="27940"/>
                </a:lnTo>
                <a:lnTo>
                  <a:pt x="97396" y="27940"/>
                </a:lnTo>
                <a:lnTo>
                  <a:pt x="97396" y="0"/>
                </a:lnTo>
                <a:close/>
              </a:path>
            </a:pathLst>
          </a:custGeom>
          <a:solidFill>
            <a:srgbClr val="034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853433" y="9357757"/>
            <a:ext cx="115404" cy="177634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055514" y="9357763"/>
            <a:ext cx="280268" cy="17762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2362002" y="9357757"/>
            <a:ext cx="115404" cy="177634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2511384" y="9360623"/>
            <a:ext cx="115049" cy="174764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12652897" y="9357761"/>
            <a:ext cx="133350" cy="132715"/>
          </a:xfrm>
          <a:custGeom>
            <a:avLst/>
            <a:gdLst/>
            <a:ahLst/>
            <a:cxnLst/>
            <a:rect l="l" t="t" r="r" b="b"/>
            <a:pathLst>
              <a:path w="133350" h="132715">
                <a:moveTo>
                  <a:pt x="55422" y="0"/>
                </a:moveTo>
                <a:lnTo>
                  <a:pt x="14655" y="18364"/>
                </a:lnTo>
                <a:lnTo>
                  <a:pt x="0" y="62941"/>
                </a:lnTo>
                <a:lnTo>
                  <a:pt x="919" y="76400"/>
                </a:lnTo>
                <a:lnTo>
                  <a:pt x="22763" y="120632"/>
                </a:lnTo>
                <a:lnTo>
                  <a:pt x="55067" y="132334"/>
                </a:lnTo>
                <a:lnTo>
                  <a:pt x="67877" y="130843"/>
                </a:lnTo>
                <a:lnTo>
                  <a:pt x="79124" y="126371"/>
                </a:lnTo>
                <a:lnTo>
                  <a:pt x="88803" y="118918"/>
                </a:lnTo>
                <a:lnTo>
                  <a:pt x="96913" y="108483"/>
                </a:lnTo>
                <a:lnTo>
                  <a:pt x="123967" y="108483"/>
                </a:lnTo>
                <a:lnTo>
                  <a:pt x="123185" y="105867"/>
                </a:lnTo>
                <a:lnTo>
                  <a:pt x="53200" y="105867"/>
                </a:lnTo>
                <a:lnTo>
                  <a:pt x="46748" y="102222"/>
                </a:lnTo>
                <a:lnTo>
                  <a:pt x="34328" y="66522"/>
                </a:lnTo>
                <a:lnTo>
                  <a:pt x="34792" y="57573"/>
                </a:lnTo>
                <a:lnTo>
                  <a:pt x="53047" y="26581"/>
                </a:lnTo>
                <a:lnTo>
                  <a:pt x="124238" y="26581"/>
                </a:lnTo>
                <a:lnTo>
                  <a:pt x="124792" y="24676"/>
                </a:lnTo>
                <a:lnTo>
                  <a:pt x="97040" y="24676"/>
                </a:lnTo>
                <a:lnTo>
                  <a:pt x="88489" y="13882"/>
                </a:lnTo>
                <a:lnTo>
                  <a:pt x="78703" y="6170"/>
                </a:lnTo>
                <a:lnTo>
                  <a:pt x="67681" y="1542"/>
                </a:lnTo>
                <a:lnTo>
                  <a:pt x="55422" y="0"/>
                </a:lnTo>
                <a:close/>
              </a:path>
              <a:path w="133350" h="132715">
                <a:moveTo>
                  <a:pt x="123967" y="108483"/>
                </a:moveTo>
                <a:lnTo>
                  <a:pt x="96913" y="108483"/>
                </a:lnTo>
                <a:lnTo>
                  <a:pt x="98107" y="113258"/>
                </a:lnTo>
                <a:lnTo>
                  <a:pt x="99542" y="118021"/>
                </a:lnTo>
                <a:lnTo>
                  <a:pt x="101206" y="122796"/>
                </a:lnTo>
                <a:lnTo>
                  <a:pt x="102234" y="125653"/>
                </a:lnTo>
                <a:lnTo>
                  <a:pt x="102958" y="127876"/>
                </a:lnTo>
                <a:lnTo>
                  <a:pt x="103352" y="129463"/>
                </a:lnTo>
                <a:lnTo>
                  <a:pt x="131495" y="129463"/>
                </a:lnTo>
                <a:lnTo>
                  <a:pt x="128467" y="122088"/>
                </a:lnTo>
                <a:lnTo>
                  <a:pt x="125707" y="114268"/>
                </a:lnTo>
                <a:lnTo>
                  <a:pt x="123967" y="108483"/>
                </a:lnTo>
                <a:close/>
              </a:path>
              <a:path w="133350" h="132715">
                <a:moveTo>
                  <a:pt x="124238" y="26581"/>
                </a:moveTo>
                <a:lnTo>
                  <a:pt x="67983" y="26581"/>
                </a:lnTo>
                <a:lnTo>
                  <a:pt x="74218" y="29959"/>
                </a:lnTo>
                <a:lnTo>
                  <a:pt x="79387" y="36715"/>
                </a:lnTo>
                <a:lnTo>
                  <a:pt x="87060" y="68313"/>
                </a:lnTo>
                <a:lnTo>
                  <a:pt x="86690" y="75885"/>
                </a:lnTo>
                <a:lnTo>
                  <a:pt x="68783" y="105867"/>
                </a:lnTo>
                <a:lnTo>
                  <a:pt x="123185" y="105867"/>
                </a:lnTo>
                <a:lnTo>
                  <a:pt x="116827" y="68313"/>
                </a:lnTo>
                <a:lnTo>
                  <a:pt x="117113" y="63210"/>
                </a:lnTo>
                <a:lnTo>
                  <a:pt x="117971" y="56492"/>
                </a:lnTo>
                <a:lnTo>
                  <a:pt x="119404" y="48160"/>
                </a:lnTo>
                <a:lnTo>
                  <a:pt x="121411" y="38214"/>
                </a:lnTo>
                <a:lnTo>
                  <a:pt x="123845" y="27932"/>
                </a:lnTo>
                <a:lnTo>
                  <a:pt x="124238" y="26581"/>
                </a:lnTo>
                <a:close/>
              </a:path>
              <a:path w="133350" h="132715">
                <a:moveTo>
                  <a:pt x="132803" y="2857"/>
                </a:moveTo>
                <a:lnTo>
                  <a:pt x="104063" y="2857"/>
                </a:lnTo>
                <a:lnTo>
                  <a:pt x="100812" y="11607"/>
                </a:lnTo>
                <a:lnTo>
                  <a:pt x="98463" y="18872"/>
                </a:lnTo>
                <a:lnTo>
                  <a:pt x="97040" y="24676"/>
                </a:lnTo>
                <a:lnTo>
                  <a:pt x="124792" y="24676"/>
                </a:lnTo>
                <a:lnTo>
                  <a:pt x="126555" y="18611"/>
                </a:lnTo>
                <a:lnTo>
                  <a:pt x="129541" y="10253"/>
                </a:lnTo>
                <a:lnTo>
                  <a:pt x="132803" y="2857"/>
                </a:lnTo>
                <a:close/>
              </a:path>
            </a:pathLst>
          </a:custGeom>
          <a:solidFill>
            <a:srgbClr val="034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2799403" y="9309480"/>
            <a:ext cx="639445" cy="180975"/>
          </a:xfrm>
          <a:custGeom>
            <a:avLst/>
            <a:gdLst/>
            <a:ahLst/>
            <a:cxnLst/>
            <a:rect l="l" t="t" r="r" b="b"/>
            <a:pathLst>
              <a:path w="639444" h="180975">
                <a:moveTo>
                  <a:pt x="97396" y="51142"/>
                </a:moveTo>
                <a:lnTo>
                  <a:pt x="0" y="51142"/>
                </a:lnTo>
                <a:lnTo>
                  <a:pt x="0" y="79082"/>
                </a:lnTo>
                <a:lnTo>
                  <a:pt x="32905" y="79082"/>
                </a:lnTo>
                <a:lnTo>
                  <a:pt x="32905" y="178142"/>
                </a:lnTo>
                <a:lnTo>
                  <a:pt x="66408" y="178142"/>
                </a:lnTo>
                <a:lnTo>
                  <a:pt x="66408" y="79082"/>
                </a:lnTo>
                <a:lnTo>
                  <a:pt x="97396" y="79082"/>
                </a:lnTo>
                <a:lnTo>
                  <a:pt x="97396" y="51142"/>
                </a:lnTo>
                <a:close/>
              </a:path>
              <a:path w="639444" h="180975">
                <a:moveTo>
                  <a:pt x="236855" y="114452"/>
                </a:moveTo>
                <a:lnTo>
                  <a:pt x="226555" y="76885"/>
                </a:lnTo>
                <a:lnTo>
                  <a:pt x="225501" y="75590"/>
                </a:lnTo>
                <a:lnTo>
                  <a:pt x="218516" y="66941"/>
                </a:lnTo>
                <a:lnTo>
                  <a:pt x="208686" y="58775"/>
                </a:lnTo>
                <a:lnTo>
                  <a:pt x="202412" y="55499"/>
                </a:lnTo>
                <a:lnTo>
                  <a:pt x="202412" y="114452"/>
                </a:lnTo>
                <a:lnTo>
                  <a:pt x="201879" y="123151"/>
                </a:lnTo>
                <a:lnTo>
                  <a:pt x="180289" y="153314"/>
                </a:lnTo>
                <a:lnTo>
                  <a:pt x="162801" y="153314"/>
                </a:lnTo>
                <a:lnTo>
                  <a:pt x="140550" y="114452"/>
                </a:lnTo>
                <a:lnTo>
                  <a:pt x="141109" y="105587"/>
                </a:lnTo>
                <a:lnTo>
                  <a:pt x="162801" y="75590"/>
                </a:lnTo>
                <a:lnTo>
                  <a:pt x="180289" y="75590"/>
                </a:lnTo>
                <a:lnTo>
                  <a:pt x="202323" y="112661"/>
                </a:lnTo>
                <a:lnTo>
                  <a:pt x="202412" y="114452"/>
                </a:lnTo>
                <a:lnTo>
                  <a:pt x="202412" y="55499"/>
                </a:lnTo>
                <a:lnTo>
                  <a:pt x="197561" y="52946"/>
                </a:lnTo>
                <a:lnTo>
                  <a:pt x="185140" y="49453"/>
                </a:lnTo>
                <a:lnTo>
                  <a:pt x="171424" y="48285"/>
                </a:lnTo>
                <a:lnTo>
                  <a:pt x="162344" y="48793"/>
                </a:lnTo>
                <a:lnTo>
                  <a:pt x="124383" y="66586"/>
                </a:lnTo>
                <a:lnTo>
                  <a:pt x="106743" y="104381"/>
                </a:lnTo>
                <a:lnTo>
                  <a:pt x="106222" y="112661"/>
                </a:lnTo>
                <a:lnTo>
                  <a:pt x="106743" y="123151"/>
                </a:lnTo>
                <a:lnTo>
                  <a:pt x="124561" y="163042"/>
                </a:lnTo>
                <a:lnTo>
                  <a:pt x="163068" y="180124"/>
                </a:lnTo>
                <a:lnTo>
                  <a:pt x="171665" y="180619"/>
                </a:lnTo>
                <a:lnTo>
                  <a:pt x="185140" y="179438"/>
                </a:lnTo>
                <a:lnTo>
                  <a:pt x="197408" y="175895"/>
                </a:lnTo>
                <a:lnTo>
                  <a:pt x="208470" y="169989"/>
                </a:lnTo>
                <a:lnTo>
                  <a:pt x="218338" y="161721"/>
                </a:lnTo>
                <a:lnTo>
                  <a:pt x="225120" y="153314"/>
                </a:lnTo>
                <a:lnTo>
                  <a:pt x="226453" y="151663"/>
                </a:lnTo>
                <a:lnTo>
                  <a:pt x="232244" y="140360"/>
                </a:lnTo>
                <a:lnTo>
                  <a:pt x="235724" y="127850"/>
                </a:lnTo>
                <a:lnTo>
                  <a:pt x="236855" y="114452"/>
                </a:lnTo>
                <a:close/>
              </a:path>
              <a:path w="639444" h="180975">
                <a:moveTo>
                  <a:pt x="384467" y="107378"/>
                </a:moveTo>
                <a:lnTo>
                  <a:pt x="366217" y="70116"/>
                </a:lnTo>
                <a:lnTo>
                  <a:pt x="352082" y="59055"/>
                </a:lnTo>
                <a:lnTo>
                  <a:pt x="352082" y="117906"/>
                </a:lnTo>
                <a:lnTo>
                  <a:pt x="351561" y="125272"/>
                </a:lnTo>
                <a:lnTo>
                  <a:pt x="328358" y="154978"/>
                </a:lnTo>
                <a:lnTo>
                  <a:pt x="310388" y="154978"/>
                </a:lnTo>
                <a:lnTo>
                  <a:pt x="287185" y="117906"/>
                </a:lnTo>
                <a:lnTo>
                  <a:pt x="287743" y="109601"/>
                </a:lnTo>
                <a:lnTo>
                  <a:pt x="312978" y="79133"/>
                </a:lnTo>
                <a:lnTo>
                  <a:pt x="320205" y="78447"/>
                </a:lnTo>
                <a:lnTo>
                  <a:pt x="328942" y="78447"/>
                </a:lnTo>
                <a:lnTo>
                  <a:pt x="351980" y="114096"/>
                </a:lnTo>
                <a:lnTo>
                  <a:pt x="352082" y="117906"/>
                </a:lnTo>
                <a:lnTo>
                  <a:pt x="352082" y="59055"/>
                </a:lnTo>
                <a:lnTo>
                  <a:pt x="348107" y="56273"/>
                </a:lnTo>
                <a:lnTo>
                  <a:pt x="336931" y="48641"/>
                </a:lnTo>
                <a:lnTo>
                  <a:pt x="327507" y="41846"/>
                </a:lnTo>
                <a:lnTo>
                  <a:pt x="319824" y="35890"/>
                </a:lnTo>
                <a:lnTo>
                  <a:pt x="313893" y="30759"/>
                </a:lnTo>
                <a:lnTo>
                  <a:pt x="373608" y="30759"/>
                </a:lnTo>
                <a:lnTo>
                  <a:pt x="373608" y="2984"/>
                </a:lnTo>
                <a:lnTo>
                  <a:pt x="266674" y="2984"/>
                </a:lnTo>
                <a:lnTo>
                  <a:pt x="266674" y="26593"/>
                </a:lnTo>
                <a:lnTo>
                  <a:pt x="283845" y="39941"/>
                </a:lnTo>
                <a:lnTo>
                  <a:pt x="286943" y="42405"/>
                </a:lnTo>
                <a:lnTo>
                  <a:pt x="292938" y="46774"/>
                </a:lnTo>
                <a:lnTo>
                  <a:pt x="301840" y="53047"/>
                </a:lnTo>
                <a:lnTo>
                  <a:pt x="291960" y="55651"/>
                </a:lnTo>
                <a:lnTo>
                  <a:pt x="262255" y="82880"/>
                </a:lnTo>
                <a:lnTo>
                  <a:pt x="254876" y="114096"/>
                </a:lnTo>
                <a:lnTo>
                  <a:pt x="255435" y="123672"/>
                </a:lnTo>
                <a:lnTo>
                  <a:pt x="273646" y="162775"/>
                </a:lnTo>
                <a:lnTo>
                  <a:pt x="309727" y="180124"/>
                </a:lnTo>
                <a:lnTo>
                  <a:pt x="319963" y="180619"/>
                </a:lnTo>
                <a:lnTo>
                  <a:pt x="334810" y="179425"/>
                </a:lnTo>
                <a:lnTo>
                  <a:pt x="372618" y="154978"/>
                </a:lnTo>
                <a:lnTo>
                  <a:pt x="384365" y="116713"/>
                </a:lnTo>
                <a:lnTo>
                  <a:pt x="384467" y="107378"/>
                </a:lnTo>
                <a:close/>
              </a:path>
              <a:path w="639444" h="180975">
                <a:moveTo>
                  <a:pt x="503910" y="0"/>
                </a:moveTo>
                <a:lnTo>
                  <a:pt x="466356" y="0"/>
                </a:lnTo>
                <a:lnTo>
                  <a:pt x="449910" y="35648"/>
                </a:lnTo>
                <a:lnTo>
                  <a:pt x="471131" y="35648"/>
                </a:lnTo>
                <a:lnTo>
                  <a:pt x="503910" y="0"/>
                </a:lnTo>
                <a:close/>
              </a:path>
              <a:path w="639444" h="180975">
                <a:moveTo>
                  <a:pt x="534047" y="114452"/>
                </a:moveTo>
                <a:lnTo>
                  <a:pt x="523760" y="76885"/>
                </a:lnTo>
                <a:lnTo>
                  <a:pt x="522706" y="75590"/>
                </a:lnTo>
                <a:lnTo>
                  <a:pt x="515721" y="66941"/>
                </a:lnTo>
                <a:lnTo>
                  <a:pt x="505891" y="58788"/>
                </a:lnTo>
                <a:lnTo>
                  <a:pt x="499618" y="55499"/>
                </a:lnTo>
                <a:lnTo>
                  <a:pt x="499618" y="114452"/>
                </a:lnTo>
                <a:lnTo>
                  <a:pt x="499084" y="123151"/>
                </a:lnTo>
                <a:lnTo>
                  <a:pt x="477481" y="153314"/>
                </a:lnTo>
                <a:lnTo>
                  <a:pt x="460006" y="153314"/>
                </a:lnTo>
                <a:lnTo>
                  <a:pt x="437743" y="114452"/>
                </a:lnTo>
                <a:lnTo>
                  <a:pt x="438315" y="105587"/>
                </a:lnTo>
                <a:lnTo>
                  <a:pt x="460006" y="75590"/>
                </a:lnTo>
                <a:lnTo>
                  <a:pt x="477481" y="75590"/>
                </a:lnTo>
                <a:lnTo>
                  <a:pt x="499541" y="112661"/>
                </a:lnTo>
                <a:lnTo>
                  <a:pt x="499618" y="114452"/>
                </a:lnTo>
                <a:lnTo>
                  <a:pt x="499618" y="55499"/>
                </a:lnTo>
                <a:lnTo>
                  <a:pt x="494766" y="52946"/>
                </a:lnTo>
                <a:lnTo>
                  <a:pt x="482346" y="49453"/>
                </a:lnTo>
                <a:lnTo>
                  <a:pt x="468630" y="48285"/>
                </a:lnTo>
                <a:lnTo>
                  <a:pt x="459562" y="48806"/>
                </a:lnTo>
                <a:lnTo>
                  <a:pt x="421589" y="66586"/>
                </a:lnTo>
                <a:lnTo>
                  <a:pt x="403936" y="104381"/>
                </a:lnTo>
                <a:lnTo>
                  <a:pt x="403415" y="112661"/>
                </a:lnTo>
                <a:lnTo>
                  <a:pt x="403936" y="123151"/>
                </a:lnTo>
                <a:lnTo>
                  <a:pt x="421767" y="163042"/>
                </a:lnTo>
                <a:lnTo>
                  <a:pt x="460260" y="180124"/>
                </a:lnTo>
                <a:lnTo>
                  <a:pt x="468858" y="180619"/>
                </a:lnTo>
                <a:lnTo>
                  <a:pt x="482333" y="179438"/>
                </a:lnTo>
                <a:lnTo>
                  <a:pt x="494601" y="175895"/>
                </a:lnTo>
                <a:lnTo>
                  <a:pt x="505675" y="169989"/>
                </a:lnTo>
                <a:lnTo>
                  <a:pt x="515543" y="161721"/>
                </a:lnTo>
                <a:lnTo>
                  <a:pt x="522325" y="153314"/>
                </a:lnTo>
                <a:lnTo>
                  <a:pt x="523659" y="151663"/>
                </a:lnTo>
                <a:lnTo>
                  <a:pt x="529450" y="140373"/>
                </a:lnTo>
                <a:lnTo>
                  <a:pt x="532917" y="127850"/>
                </a:lnTo>
                <a:lnTo>
                  <a:pt x="534047" y="114452"/>
                </a:lnTo>
                <a:close/>
              </a:path>
              <a:path w="639444" h="180975">
                <a:moveTo>
                  <a:pt x="639114" y="51142"/>
                </a:moveTo>
                <a:lnTo>
                  <a:pt x="541718" y="51142"/>
                </a:lnTo>
                <a:lnTo>
                  <a:pt x="541718" y="79082"/>
                </a:lnTo>
                <a:lnTo>
                  <a:pt x="574624" y="79082"/>
                </a:lnTo>
                <a:lnTo>
                  <a:pt x="574624" y="178142"/>
                </a:lnTo>
                <a:lnTo>
                  <a:pt x="608126" y="178142"/>
                </a:lnTo>
                <a:lnTo>
                  <a:pt x="608126" y="79082"/>
                </a:lnTo>
                <a:lnTo>
                  <a:pt x="639114" y="79082"/>
                </a:lnTo>
                <a:lnTo>
                  <a:pt x="639114" y="51142"/>
                </a:lnTo>
                <a:close/>
              </a:path>
            </a:pathLst>
          </a:custGeom>
          <a:solidFill>
            <a:srgbClr val="034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bg object 3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3461286" y="9357757"/>
            <a:ext cx="115404" cy="177634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3602802" y="9357760"/>
            <a:ext cx="151993" cy="132334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3777445" y="9357757"/>
            <a:ext cx="115404" cy="177634"/>
          </a:xfrm>
          <a:prstGeom prst="rect">
            <a:avLst/>
          </a:prstGeom>
        </p:spPr>
      </p:pic>
      <p:sp>
        <p:nvSpPr>
          <p:cNvPr id="39" name="bg object 39"/>
          <p:cNvSpPr/>
          <p:nvPr/>
        </p:nvSpPr>
        <p:spPr>
          <a:xfrm>
            <a:off x="11346168" y="9653612"/>
            <a:ext cx="97790" cy="127000"/>
          </a:xfrm>
          <a:custGeom>
            <a:avLst/>
            <a:gdLst/>
            <a:ahLst/>
            <a:cxnLst/>
            <a:rect l="l" t="t" r="r" b="b"/>
            <a:pathLst>
              <a:path w="97790" h="127000">
                <a:moveTo>
                  <a:pt x="97396" y="0"/>
                </a:moveTo>
                <a:lnTo>
                  <a:pt x="0" y="0"/>
                </a:lnTo>
                <a:lnTo>
                  <a:pt x="0" y="27940"/>
                </a:lnTo>
                <a:lnTo>
                  <a:pt x="32905" y="27940"/>
                </a:lnTo>
                <a:lnTo>
                  <a:pt x="32905" y="127000"/>
                </a:lnTo>
                <a:lnTo>
                  <a:pt x="66408" y="127000"/>
                </a:lnTo>
                <a:lnTo>
                  <a:pt x="66408" y="27940"/>
                </a:lnTo>
                <a:lnTo>
                  <a:pt x="97396" y="27940"/>
                </a:lnTo>
                <a:lnTo>
                  <a:pt x="97396" y="0"/>
                </a:lnTo>
                <a:close/>
              </a:path>
            </a:pathLst>
          </a:custGeom>
          <a:solidFill>
            <a:srgbClr val="034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bg object 4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466340" y="9650740"/>
            <a:ext cx="115404" cy="177634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607861" y="9650738"/>
            <a:ext cx="113487" cy="180847"/>
          </a:xfrm>
          <a:prstGeom prst="rect">
            <a:avLst/>
          </a:prstGeom>
        </p:spPr>
      </p:pic>
      <p:sp>
        <p:nvSpPr>
          <p:cNvPr id="42" name="bg object 42"/>
          <p:cNvSpPr/>
          <p:nvPr/>
        </p:nvSpPr>
        <p:spPr>
          <a:xfrm>
            <a:off x="11811114" y="9604959"/>
            <a:ext cx="133350" cy="175260"/>
          </a:xfrm>
          <a:custGeom>
            <a:avLst/>
            <a:gdLst/>
            <a:ahLst/>
            <a:cxnLst/>
            <a:rect l="l" t="t" r="r" b="b"/>
            <a:pathLst>
              <a:path w="133350" h="175259">
                <a:moveTo>
                  <a:pt x="132918" y="146050"/>
                </a:moveTo>
                <a:lnTo>
                  <a:pt x="35293" y="146050"/>
                </a:lnTo>
                <a:lnTo>
                  <a:pt x="35293" y="97790"/>
                </a:lnTo>
                <a:lnTo>
                  <a:pt x="123024" y="97790"/>
                </a:lnTo>
                <a:lnTo>
                  <a:pt x="123024" y="68580"/>
                </a:lnTo>
                <a:lnTo>
                  <a:pt x="35293" y="68580"/>
                </a:lnTo>
                <a:lnTo>
                  <a:pt x="35293" y="30480"/>
                </a:lnTo>
                <a:lnTo>
                  <a:pt x="129578" y="30480"/>
                </a:lnTo>
                <a:lnTo>
                  <a:pt x="129578" y="0"/>
                </a:lnTo>
                <a:lnTo>
                  <a:pt x="0" y="0"/>
                </a:lnTo>
                <a:lnTo>
                  <a:pt x="0" y="30480"/>
                </a:lnTo>
                <a:lnTo>
                  <a:pt x="0" y="68580"/>
                </a:lnTo>
                <a:lnTo>
                  <a:pt x="0" y="97790"/>
                </a:lnTo>
                <a:lnTo>
                  <a:pt x="0" y="146050"/>
                </a:lnTo>
                <a:lnTo>
                  <a:pt x="0" y="175260"/>
                </a:lnTo>
                <a:lnTo>
                  <a:pt x="132918" y="175260"/>
                </a:lnTo>
                <a:lnTo>
                  <a:pt x="132918" y="146050"/>
                </a:lnTo>
                <a:close/>
              </a:path>
            </a:pathLst>
          </a:custGeom>
          <a:solidFill>
            <a:srgbClr val="034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bg object 43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1970269" y="9653605"/>
            <a:ext cx="113969" cy="129463"/>
          </a:xfrm>
          <a:prstGeom prst="rect">
            <a:avLst/>
          </a:prstGeom>
        </p:spPr>
      </p:pic>
      <p:sp>
        <p:nvSpPr>
          <p:cNvPr id="44" name="bg object 44"/>
          <p:cNvSpPr/>
          <p:nvPr/>
        </p:nvSpPr>
        <p:spPr>
          <a:xfrm>
            <a:off x="12112358" y="9650755"/>
            <a:ext cx="659130" cy="177800"/>
          </a:xfrm>
          <a:custGeom>
            <a:avLst/>
            <a:gdLst/>
            <a:ahLst/>
            <a:cxnLst/>
            <a:rect l="l" t="t" r="r" b="b"/>
            <a:pathLst>
              <a:path w="659129" h="177800">
                <a:moveTo>
                  <a:pt x="127685" y="67348"/>
                </a:moveTo>
                <a:lnTo>
                  <a:pt x="117487" y="30175"/>
                </a:lnTo>
                <a:lnTo>
                  <a:pt x="93319" y="7658"/>
                </a:lnTo>
                <a:lnTo>
                  <a:pt x="93319" y="65189"/>
                </a:lnTo>
                <a:lnTo>
                  <a:pt x="93268" y="67348"/>
                </a:lnTo>
                <a:lnTo>
                  <a:pt x="72174" y="105029"/>
                </a:lnTo>
                <a:lnTo>
                  <a:pt x="54051" y="105029"/>
                </a:lnTo>
                <a:lnTo>
                  <a:pt x="33502" y="69977"/>
                </a:lnTo>
                <a:lnTo>
                  <a:pt x="34048" y="58902"/>
                </a:lnTo>
                <a:lnTo>
                  <a:pt x="55206" y="27292"/>
                </a:lnTo>
                <a:lnTo>
                  <a:pt x="73164" y="27292"/>
                </a:lnTo>
                <a:lnTo>
                  <a:pt x="93319" y="65189"/>
                </a:lnTo>
                <a:lnTo>
                  <a:pt x="93319" y="7658"/>
                </a:lnTo>
                <a:lnTo>
                  <a:pt x="88315" y="4940"/>
                </a:lnTo>
                <a:lnTo>
                  <a:pt x="75349" y="1231"/>
                </a:lnTo>
                <a:lnTo>
                  <a:pt x="60807" y="0"/>
                </a:lnTo>
                <a:lnTo>
                  <a:pt x="50876" y="609"/>
                </a:lnTo>
                <a:lnTo>
                  <a:pt x="13347" y="20955"/>
                </a:lnTo>
                <a:lnTo>
                  <a:pt x="355" y="65189"/>
                </a:lnTo>
                <a:lnTo>
                  <a:pt x="0" y="177622"/>
                </a:lnTo>
                <a:lnTo>
                  <a:pt x="33502" y="177622"/>
                </a:lnTo>
                <a:lnTo>
                  <a:pt x="33502" y="121716"/>
                </a:lnTo>
                <a:lnTo>
                  <a:pt x="42011" y="126352"/>
                </a:lnTo>
                <a:lnTo>
                  <a:pt x="50495" y="129667"/>
                </a:lnTo>
                <a:lnTo>
                  <a:pt x="58953" y="131660"/>
                </a:lnTo>
                <a:lnTo>
                  <a:pt x="67360" y="132321"/>
                </a:lnTo>
                <a:lnTo>
                  <a:pt x="79565" y="131140"/>
                </a:lnTo>
                <a:lnTo>
                  <a:pt x="90779" y="127596"/>
                </a:lnTo>
                <a:lnTo>
                  <a:pt x="100952" y="121716"/>
                </a:lnTo>
                <a:lnTo>
                  <a:pt x="110223" y="113423"/>
                </a:lnTo>
                <a:lnTo>
                  <a:pt x="116662" y="105029"/>
                </a:lnTo>
                <a:lnTo>
                  <a:pt x="117868" y="103466"/>
                </a:lnTo>
                <a:lnTo>
                  <a:pt x="123329" y="92456"/>
                </a:lnTo>
                <a:lnTo>
                  <a:pt x="126593" y="80416"/>
                </a:lnTo>
                <a:lnTo>
                  <a:pt x="127685" y="67348"/>
                </a:lnTo>
                <a:close/>
              </a:path>
              <a:path w="659129" h="177800">
                <a:moveTo>
                  <a:pt x="334048" y="68541"/>
                </a:moveTo>
                <a:lnTo>
                  <a:pt x="325488" y="24079"/>
                </a:lnTo>
                <a:lnTo>
                  <a:pt x="316052" y="2857"/>
                </a:lnTo>
                <a:lnTo>
                  <a:pt x="284099" y="2857"/>
                </a:lnTo>
                <a:lnTo>
                  <a:pt x="287642" y="10718"/>
                </a:lnTo>
                <a:lnTo>
                  <a:pt x="290741" y="18948"/>
                </a:lnTo>
                <a:lnTo>
                  <a:pt x="299466" y="61214"/>
                </a:lnTo>
                <a:lnTo>
                  <a:pt x="299720" y="68300"/>
                </a:lnTo>
                <a:lnTo>
                  <a:pt x="299300" y="77660"/>
                </a:lnTo>
                <a:lnTo>
                  <a:pt x="282905" y="105854"/>
                </a:lnTo>
                <a:lnTo>
                  <a:pt x="271932" y="105854"/>
                </a:lnTo>
                <a:lnTo>
                  <a:pt x="256921" y="81419"/>
                </a:lnTo>
                <a:lnTo>
                  <a:pt x="256921" y="35166"/>
                </a:lnTo>
                <a:lnTo>
                  <a:pt x="223418" y="35166"/>
                </a:lnTo>
                <a:lnTo>
                  <a:pt x="223418" y="81737"/>
                </a:lnTo>
                <a:lnTo>
                  <a:pt x="222935" y="87820"/>
                </a:lnTo>
                <a:lnTo>
                  <a:pt x="221030" y="95770"/>
                </a:lnTo>
                <a:lnTo>
                  <a:pt x="218909" y="99098"/>
                </a:lnTo>
                <a:lnTo>
                  <a:pt x="212305" y="104508"/>
                </a:lnTo>
                <a:lnTo>
                  <a:pt x="208470" y="105854"/>
                </a:lnTo>
                <a:lnTo>
                  <a:pt x="197739" y="105854"/>
                </a:lnTo>
                <a:lnTo>
                  <a:pt x="180619" y="69621"/>
                </a:lnTo>
                <a:lnTo>
                  <a:pt x="181597" y="52616"/>
                </a:lnTo>
                <a:lnTo>
                  <a:pt x="184531" y="35814"/>
                </a:lnTo>
                <a:lnTo>
                  <a:pt x="189407" y="19227"/>
                </a:lnTo>
                <a:lnTo>
                  <a:pt x="196240" y="2857"/>
                </a:lnTo>
                <a:lnTo>
                  <a:pt x="164287" y="2857"/>
                </a:lnTo>
                <a:lnTo>
                  <a:pt x="149466" y="42621"/>
                </a:lnTo>
                <a:lnTo>
                  <a:pt x="146278" y="68541"/>
                </a:lnTo>
                <a:lnTo>
                  <a:pt x="147205" y="81813"/>
                </a:lnTo>
                <a:lnTo>
                  <a:pt x="168960" y="122199"/>
                </a:lnTo>
                <a:lnTo>
                  <a:pt x="199936" y="132321"/>
                </a:lnTo>
                <a:lnTo>
                  <a:pt x="213271" y="130657"/>
                </a:lnTo>
                <a:lnTo>
                  <a:pt x="224434" y="125679"/>
                </a:lnTo>
                <a:lnTo>
                  <a:pt x="233413" y="117360"/>
                </a:lnTo>
                <a:lnTo>
                  <a:pt x="240220" y="105740"/>
                </a:lnTo>
                <a:lnTo>
                  <a:pt x="246976" y="117360"/>
                </a:lnTo>
                <a:lnTo>
                  <a:pt x="255930" y="125679"/>
                </a:lnTo>
                <a:lnTo>
                  <a:pt x="267068" y="130657"/>
                </a:lnTo>
                <a:lnTo>
                  <a:pt x="280403" y="132321"/>
                </a:lnTo>
                <a:lnTo>
                  <a:pt x="291858" y="131203"/>
                </a:lnTo>
                <a:lnTo>
                  <a:pt x="325729" y="104787"/>
                </a:lnTo>
                <a:lnTo>
                  <a:pt x="333121" y="81864"/>
                </a:lnTo>
                <a:lnTo>
                  <a:pt x="334048" y="68541"/>
                </a:lnTo>
                <a:close/>
              </a:path>
              <a:path w="659129" h="177800">
                <a:moveTo>
                  <a:pt x="517525" y="2857"/>
                </a:moveTo>
                <a:lnTo>
                  <a:pt x="342163" y="2857"/>
                </a:lnTo>
                <a:lnTo>
                  <a:pt x="342163" y="30797"/>
                </a:lnTo>
                <a:lnTo>
                  <a:pt x="375780" y="30797"/>
                </a:lnTo>
                <a:lnTo>
                  <a:pt x="375780" y="129857"/>
                </a:lnTo>
                <a:lnTo>
                  <a:pt x="409282" y="129857"/>
                </a:lnTo>
                <a:lnTo>
                  <a:pt x="409282" y="30797"/>
                </a:lnTo>
                <a:lnTo>
                  <a:pt x="450405" y="30797"/>
                </a:lnTo>
                <a:lnTo>
                  <a:pt x="450405" y="129857"/>
                </a:lnTo>
                <a:lnTo>
                  <a:pt x="483908" y="129857"/>
                </a:lnTo>
                <a:lnTo>
                  <a:pt x="483908" y="30797"/>
                </a:lnTo>
                <a:lnTo>
                  <a:pt x="517525" y="30797"/>
                </a:lnTo>
                <a:lnTo>
                  <a:pt x="517525" y="2857"/>
                </a:lnTo>
                <a:close/>
              </a:path>
              <a:path w="659129" h="177800">
                <a:moveTo>
                  <a:pt x="658672" y="2857"/>
                </a:moveTo>
                <a:lnTo>
                  <a:pt x="629932" y="2857"/>
                </a:lnTo>
                <a:lnTo>
                  <a:pt x="626681" y="11607"/>
                </a:lnTo>
                <a:lnTo>
                  <a:pt x="624332" y="18872"/>
                </a:lnTo>
                <a:lnTo>
                  <a:pt x="622909" y="24676"/>
                </a:lnTo>
                <a:lnTo>
                  <a:pt x="614362" y="13881"/>
                </a:lnTo>
                <a:lnTo>
                  <a:pt x="612927" y="12750"/>
                </a:lnTo>
                <a:lnTo>
                  <a:pt x="612927" y="68313"/>
                </a:lnTo>
                <a:lnTo>
                  <a:pt x="612559" y="75882"/>
                </a:lnTo>
                <a:lnTo>
                  <a:pt x="594652" y="105867"/>
                </a:lnTo>
                <a:lnTo>
                  <a:pt x="579069" y="105867"/>
                </a:lnTo>
                <a:lnTo>
                  <a:pt x="560197" y="66522"/>
                </a:lnTo>
                <a:lnTo>
                  <a:pt x="560666" y="57569"/>
                </a:lnTo>
                <a:lnTo>
                  <a:pt x="578916" y="26581"/>
                </a:lnTo>
                <a:lnTo>
                  <a:pt x="593852" y="26581"/>
                </a:lnTo>
                <a:lnTo>
                  <a:pt x="612825" y="62941"/>
                </a:lnTo>
                <a:lnTo>
                  <a:pt x="612927" y="68313"/>
                </a:lnTo>
                <a:lnTo>
                  <a:pt x="612927" y="12750"/>
                </a:lnTo>
                <a:lnTo>
                  <a:pt x="604570" y="6159"/>
                </a:lnTo>
                <a:lnTo>
                  <a:pt x="593547" y="1536"/>
                </a:lnTo>
                <a:lnTo>
                  <a:pt x="581291" y="0"/>
                </a:lnTo>
                <a:lnTo>
                  <a:pt x="568960" y="1143"/>
                </a:lnTo>
                <a:lnTo>
                  <a:pt x="534111" y="28028"/>
                </a:lnTo>
                <a:lnTo>
                  <a:pt x="525868" y="62941"/>
                </a:lnTo>
                <a:lnTo>
                  <a:pt x="526796" y="76390"/>
                </a:lnTo>
                <a:lnTo>
                  <a:pt x="548640" y="120624"/>
                </a:lnTo>
                <a:lnTo>
                  <a:pt x="580936" y="132334"/>
                </a:lnTo>
                <a:lnTo>
                  <a:pt x="593750" y="130835"/>
                </a:lnTo>
                <a:lnTo>
                  <a:pt x="604989" y="126365"/>
                </a:lnTo>
                <a:lnTo>
                  <a:pt x="614680" y="118910"/>
                </a:lnTo>
                <a:lnTo>
                  <a:pt x="622782" y="108483"/>
                </a:lnTo>
                <a:lnTo>
                  <a:pt x="623976" y="113258"/>
                </a:lnTo>
                <a:lnTo>
                  <a:pt x="625411" y="118021"/>
                </a:lnTo>
                <a:lnTo>
                  <a:pt x="627075" y="122796"/>
                </a:lnTo>
                <a:lnTo>
                  <a:pt x="628103" y="125653"/>
                </a:lnTo>
                <a:lnTo>
                  <a:pt x="628827" y="127876"/>
                </a:lnTo>
                <a:lnTo>
                  <a:pt x="629221" y="129463"/>
                </a:lnTo>
                <a:lnTo>
                  <a:pt x="657364" y="129463"/>
                </a:lnTo>
                <a:lnTo>
                  <a:pt x="654342" y="122085"/>
                </a:lnTo>
                <a:lnTo>
                  <a:pt x="651573" y="114261"/>
                </a:lnTo>
                <a:lnTo>
                  <a:pt x="642962" y="74269"/>
                </a:lnTo>
                <a:lnTo>
                  <a:pt x="642696" y="68313"/>
                </a:lnTo>
                <a:lnTo>
                  <a:pt x="642988" y="63207"/>
                </a:lnTo>
                <a:lnTo>
                  <a:pt x="650113" y="26581"/>
                </a:lnTo>
                <a:lnTo>
                  <a:pt x="650659" y="24676"/>
                </a:lnTo>
                <a:lnTo>
                  <a:pt x="652424" y="18605"/>
                </a:lnTo>
                <a:lnTo>
                  <a:pt x="655408" y="10248"/>
                </a:lnTo>
                <a:lnTo>
                  <a:pt x="658672" y="2857"/>
                </a:lnTo>
                <a:close/>
              </a:path>
            </a:pathLst>
          </a:custGeom>
          <a:solidFill>
            <a:srgbClr val="034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2772949" y="9602457"/>
            <a:ext cx="80645" cy="177800"/>
          </a:xfrm>
          <a:custGeom>
            <a:avLst/>
            <a:gdLst/>
            <a:ahLst/>
            <a:cxnLst/>
            <a:rect l="l" t="t" r="r" b="b"/>
            <a:pathLst>
              <a:path w="80645" h="177800">
                <a:moveTo>
                  <a:pt x="28727" y="0"/>
                </a:moveTo>
                <a:lnTo>
                  <a:pt x="0" y="0"/>
                </a:lnTo>
                <a:lnTo>
                  <a:pt x="0" y="28727"/>
                </a:lnTo>
                <a:lnTo>
                  <a:pt x="28727" y="28727"/>
                </a:lnTo>
                <a:lnTo>
                  <a:pt x="28727" y="0"/>
                </a:lnTo>
                <a:close/>
              </a:path>
              <a:path w="80645" h="177800">
                <a:moveTo>
                  <a:pt x="57099" y="51142"/>
                </a:moveTo>
                <a:lnTo>
                  <a:pt x="23596" y="51142"/>
                </a:lnTo>
                <a:lnTo>
                  <a:pt x="23596" y="177749"/>
                </a:lnTo>
                <a:lnTo>
                  <a:pt x="57099" y="177749"/>
                </a:lnTo>
                <a:lnTo>
                  <a:pt x="57099" y="51142"/>
                </a:lnTo>
                <a:close/>
              </a:path>
              <a:path w="80645" h="177800">
                <a:moveTo>
                  <a:pt x="80111" y="0"/>
                </a:moveTo>
                <a:lnTo>
                  <a:pt x="51257" y="0"/>
                </a:lnTo>
                <a:lnTo>
                  <a:pt x="51257" y="28727"/>
                </a:lnTo>
                <a:lnTo>
                  <a:pt x="80111" y="28727"/>
                </a:lnTo>
                <a:lnTo>
                  <a:pt x="80111" y="0"/>
                </a:lnTo>
                <a:close/>
              </a:path>
            </a:pathLst>
          </a:custGeom>
          <a:solidFill>
            <a:srgbClr val="034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bg object 4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2863784" y="9602458"/>
            <a:ext cx="251545" cy="225920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3141431" y="9650738"/>
            <a:ext cx="113499" cy="180847"/>
          </a:xfrm>
          <a:prstGeom prst="rect">
            <a:avLst/>
          </a:prstGeom>
        </p:spPr>
      </p:pic>
      <p:sp>
        <p:nvSpPr>
          <p:cNvPr id="48" name="bg object 48"/>
          <p:cNvSpPr/>
          <p:nvPr/>
        </p:nvSpPr>
        <p:spPr>
          <a:xfrm>
            <a:off x="13318707" y="9605454"/>
            <a:ext cx="720090" cy="177800"/>
          </a:xfrm>
          <a:custGeom>
            <a:avLst/>
            <a:gdLst/>
            <a:ahLst/>
            <a:cxnLst/>
            <a:rect l="l" t="t" r="r" b="b"/>
            <a:pathLst>
              <a:path w="720090" h="177800">
                <a:moveTo>
                  <a:pt x="63538" y="0"/>
                </a:moveTo>
                <a:lnTo>
                  <a:pt x="19075" y="0"/>
                </a:lnTo>
                <a:lnTo>
                  <a:pt x="0" y="30988"/>
                </a:lnTo>
                <a:lnTo>
                  <a:pt x="24320" y="30988"/>
                </a:lnTo>
                <a:lnTo>
                  <a:pt x="63538" y="0"/>
                </a:lnTo>
                <a:close/>
              </a:path>
              <a:path w="720090" h="177800">
                <a:moveTo>
                  <a:pt x="204343" y="145313"/>
                </a:moveTo>
                <a:lnTo>
                  <a:pt x="106578" y="145313"/>
                </a:lnTo>
                <a:lnTo>
                  <a:pt x="106578" y="97751"/>
                </a:lnTo>
                <a:lnTo>
                  <a:pt x="194437" y="97751"/>
                </a:lnTo>
                <a:lnTo>
                  <a:pt x="194437" y="68300"/>
                </a:lnTo>
                <a:lnTo>
                  <a:pt x="106578" y="68300"/>
                </a:lnTo>
                <a:lnTo>
                  <a:pt x="106578" y="29565"/>
                </a:lnTo>
                <a:lnTo>
                  <a:pt x="201002" y="29565"/>
                </a:lnTo>
                <a:lnTo>
                  <a:pt x="201002" y="0"/>
                </a:lnTo>
                <a:lnTo>
                  <a:pt x="71412" y="0"/>
                </a:lnTo>
                <a:lnTo>
                  <a:pt x="71412" y="174764"/>
                </a:lnTo>
                <a:lnTo>
                  <a:pt x="204343" y="174764"/>
                </a:lnTo>
                <a:lnTo>
                  <a:pt x="204343" y="145313"/>
                </a:lnTo>
                <a:close/>
              </a:path>
              <a:path w="720090" h="177800">
                <a:moveTo>
                  <a:pt x="349288" y="48158"/>
                </a:moveTo>
                <a:lnTo>
                  <a:pt x="314845" y="48158"/>
                </a:lnTo>
                <a:lnTo>
                  <a:pt x="290753" y="112776"/>
                </a:lnTo>
                <a:lnTo>
                  <a:pt x="283718" y="134353"/>
                </a:lnTo>
                <a:lnTo>
                  <a:pt x="276809" y="112776"/>
                </a:lnTo>
                <a:lnTo>
                  <a:pt x="252971" y="48158"/>
                </a:lnTo>
                <a:lnTo>
                  <a:pt x="217792" y="48158"/>
                </a:lnTo>
                <a:lnTo>
                  <a:pt x="268820" y="174764"/>
                </a:lnTo>
                <a:lnTo>
                  <a:pt x="298983" y="174764"/>
                </a:lnTo>
                <a:lnTo>
                  <a:pt x="349288" y="48158"/>
                </a:lnTo>
                <a:close/>
              </a:path>
              <a:path w="720090" h="177800">
                <a:moveTo>
                  <a:pt x="549338" y="113842"/>
                </a:moveTo>
                <a:lnTo>
                  <a:pt x="540791" y="69380"/>
                </a:lnTo>
                <a:lnTo>
                  <a:pt x="531342" y="48158"/>
                </a:lnTo>
                <a:lnTo>
                  <a:pt x="499389" y="48158"/>
                </a:lnTo>
                <a:lnTo>
                  <a:pt x="502932" y="56019"/>
                </a:lnTo>
                <a:lnTo>
                  <a:pt x="506044" y="64249"/>
                </a:lnTo>
                <a:lnTo>
                  <a:pt x="514756" y="106514"/>
                </a:lnTo>
                <a:lnTo>
                  <a:pt x="515010" y="113601"/>
                </a:lnTo>
                <a:lnTo>
                  <a:pt x="514591" y="122961"/>
                </a:lnTo>
                <a:lnTo>
                  <a:pt x="498195" y="151155"/>
                </a:lnTo>
                <a:lnTo>
                  <a:pt x="487222" y="151155"/>
                </a:lnTo>
                <a:lnTo>
                  <a:pt x="472211" y="126720"/>
                </a:lnTo>
                <a:lnTo>
                  <a:pt x="472211" y="80467"/>
                </a:lnTo>
                <a:lnTo>
                  <a:pt x="438708" y="80467"/>
                </a:lnTo>
                <a:lnTo>
                  <a:pt x="438708" y="127038"/>
                </a:lnTo>
                <a:lnTo>
                  <a:pt x="438226" y="133121"/>
                </a:lnTo>
                <a:lnTo>
                  <a:pt x="436321" y="141071"/>
                </a:lnTo>
                <a:lnTo>
                  <a:pt x="434200" y="144399"/>
                </a:lnTo>
                <a:lnTo>
                  <a:pt x="427596" y="149809"/>
                </a:lnTo>
                <a:lnTo>
                  <a:pt x="423760" y="151155"/>
                </a:lnTo>
                <a:lnTo>
                  <a:pt x="413029" y="151155"/>
                </a:lnTo>
                <a:lnTo>
                  <a:pt x="395909" y="114922"/>
                </a:lnTo>
                <a:lnTo>
                  <a:pt x="396887" y="97917"/>
                </a:lnTo>
                <a:lnTo>
                  <a:pt x="399821" y="81114"/>
                </a:lnTo>
                <a:lnTo>
                  <a:pt x="404698" y="64528"/>
                </a:lnTo>
                <a:lnTo>
                  <a:pt x="411530" y="48158"/>
                </a:lnTo>
                <a:lnTo>
                  <a:pt x="379577" y="48158"/>
                </a:lnTo>
                <a:lnTo>
                  <a:pt x="364756" y="87922"/>
                </a:lnTo>
                <a:lnTo>
                  <a:pt x="361569" y="113842"/>
                </a:lnTo>
                <a:lnTo>
                  <a:pt x="362496" y="127114"/>
                </a:lnTo>
                <a:lnTo>
                  <a:pt x="384263" y="167500"/>
                </a:lnTo>
                <a:lnTo>
                  <a:pt x="415226" y="177622"/>
                </a:lnTo>
                <a:lnTo>
                  <a:pt x="428561" y="175958"/>
                </a:lnTo>
                <a:lnTo>
                  <a:pt x="439724" y="170980"/>
                </a:lnTo>
                <a:lnTo>
                  <a:pt x="448703" y="162661"/>
                </a:lnTo>
                <a:lnTo>
                  <a:pt x="455510" y="151041"/>
                </a:lnTo>
                <a:lnTo>
                  <a:pt x="462280" y="162661"/>
                </a:lnTo>
                <a:lnTo>
                  <a:pt x="471220" y="170980"/>
                </a:lnTo>
                <a:lnTo>
                  <a:pt x="482358" y="175958"/>
                </a:lnTo>
                <a:lnTo>
                  <a:pt x="495693" y="177622"/>
                </a:lnTo>
                <a:lnTo>
                  <a:pt x="507161" y="176504"/>
                </a:lnTo>
                <a:lnTo>
                  <a:pt x="541032" y="150088"/>
                </a:lnTo>
                <a:lnTo>
                  <a:pt x="548424" y="127165"/>
                </a:lnTo>
                <a:lnTo>
                  <a:pt x="549338" y="113842"/>
                </a:lnTo>
                <a:close/>
              </a:path>
              <a:path w="720090" h="177800">
                <a:moveTo>
                  <a:pt x="719823" y="48145"/>
                </a:moveTo>
                <a:lnTo>
                  <a:pt x="664032" y="48145"/>
                </a:lnTo>
                <a:lnTo>
                  <a:pt x="664032" y="110858"/>
                </a:lnTo>
                <a:lnTo>
                  <a:pt x="663460" y="120040"/>
                </a:lnTo>
                <a:lnTo>
                  <a:pt x="641896" y="150317"/>
                </a:lnTo>
                <a:lnTo>
                  <a:pt x="624090" y="150317"/>
                </a:lnTo>
                <a:lnTo>
                  <a:pt x="602183" y="112052"/>
                </a:lnTo>
                <a:lnTo>
                  <a:pt x="602183" y="110858"/>
                </a:lnTo>
                <a:lnTo>
                  <a:pt x="624014" y="72593"/>
                </a:lnTo>
                <a:lnTo>
                  <a:pt x="642454" y="72593"/>
                </a:lnTo>
                <a:lnTo>
                  <a:pt x="664032" y="110858"/>
                </a:lnTo>
                <a:lnTo>
                  <a:pt x="664032" y="48145"/>
                </a:lnTo>
                <a:lnTo>
                  <a:pt x="654253" y="48145"/>
                </a:lnTo>
                <a:lnTo>
                  <a:pt x="646468" y="46240"/>
                </a:lnTo>
                <a:lnTo>
                  <a:pt x="639597" y="45288"/>
                </a:lnTo>
                <a:lnTo>
                  <a:pt x="633628" y="45288"/>
                </a:lnTo>
                <a:lnTo>
                  <a:pt x="619125" y="46469"/>
                </a:lnTo>
                <a:lnTo>
                  <a:pt x="577710" y="74193"/>
                </a:lnTo>
                <a:lnTo>
                  <a:pt x="567829" y="112052"/>
                </a:lnTo>
                <a:lnTo>
                  <a:pt x="568947" y="126022"/>
                </a:lnTo>
                <a:lnTo>
                  <a:pt x="595414" y="167436"/>
                </a:lnTo>
                <a:lnTo>
                  <a:pt x="632675" y="177622"/>
                </a:lnTo>
                <a:lnTo>
                  <a:pt x="646785" y="176403"/>
                </a:lnTo>
                <a:lnTo>
                  <a:pt x="659447" y="172758"/>
                </a:lnTo>
                <a:lnTo>
                  <a:pt x="670661" y="166662"/>
                </a:lnTo>
                <a:lnTo>
                  <a:pt x="680427" y="158127"/>
                </a:lnTo>
                <a:lnTo>
                  <a:pt x="686435" y="150317"/>
                </a:lnTo>
                <a:lnTo>
                  <a:pt x="688327" y="147878"/>
                </a:lnTo>
                <a:lnTo>
                  <a:pt x="693966" y="136601"/>
                </a:lnTo>
                <a:lnTo>
                  <a:pt x="697357" y="124294"/>
                </a:lnTo>
                <a:lnTo>
                  <a:pt x="698385" y="112052"/>
                </a:lnTo>
                <a:lnTo>
                  <a:pt x="698474" y="110858"/>
                </a:lnTo>
                <a:lnTo>
                  <a:pt x="697903" y="101587"/>
                </a:lnTo>
                <a:lnTo>
                  <a:pt x="696163" y="92621"/>
                </a:lnTo>
                <a:lnTo>
                  <a:pt x="693254" y="84074"/>
                </a:lnTo>
                <a:lnTo>
                  <a:pt x="689190" y="75933"/>
                </a:lnTo>
                <a:lnTo>
                  <a:pt x="719823" y="75933"/>
                </a:lnTo>
                <a:lnTo>
                  <a:pt x="719823" y="72593"/>
                </a:lnTo>
                <a:lnTo>
                  <a:pt x="719823" y="48145"/>
                </a:lnTo>
                <a:close/>
              </a:path>
            </a:pathLst>
          </a:custGeom>
          <a:solidFill>
            <a:srgbClr val="034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9" name="bg object 4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4061176" y="9650740"/>
            <a:ext cx="115404" cy="177634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4202693" y="9650739"/>
            <a:ext cx="113487" cy="18084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5510" y="798669"/>
            <a:ext cx="11779885" cy="2075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1">
                <a:solidFill>
                  <a:srgbClr val="144E8C"/>
                </a:solidFill>
                <a:latin typeface="CenturyGothic-BoldItalic"/>
                <a:cs typeface="CenturyGothic-Bold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4065" y="2542730"/>
            <a:ext cx="13933170" cy="72965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63642" y="10281476"/>
            <a:ext cx="4954016" cy="5527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4065" y="10281476"/>
            <a:ext cx="3560699" cy="5527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46536" y="10281476"/>
            <a:ext cx="3560699" cy="5527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29466" y="9870839"/>
            <a:ext cx="1796414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spc="-10" dirty="0">
                <a:solidFill>
                  <a:srgbClr val="595A5C"/>
                </a:solidFill>
                <a:latin typeface="Arial"/>
                <a:cs typeface="Arial"/>
              </a:rPr>
              <a:t>NextGenerationEU</a:t>
            </a:r>
            <a:endParaRPr sz="16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34945" y="9878081"/>
            <a:ext cx="1751425" cy="21835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873697" y="9312478"/>
            <a:ext cx="1929130" cy="459105"/>
          </a:xfrm>
          <a:custGeom>
            <a:avLst/>
            <a:gdLst/>
            <a:ahLst/>
            <a:cxnLst/>
            <a:rect l="l" t="t" r="r" b="b"/>
            <a:pathLst>
              <a:path w="1929129" h="459104">
                <a:moveTo>
                  <a:pt x="263105" y="379641"/>
                </a:moveTo>
                <a:lnTo>
                  <a:pt x="77914" y="379641"/>
                </a:lnTo>
                <a:lnTo>
                  <a:pt x="77914" y="283121"/>
                </a:lnTo>
                <a:lnTo>
                  <a:pt x="208876" y="283121"/>
                </a:lnTo>
                <a:lnTo>
                  <a:pt x="208876" y="217081"/>
                </a:lnTo>
                <a:lnTo>
                  <a:pt x="77914" y="217081"/>
                </a:lnTo>
                <a:lnTo>
                  <a:pt x="77914" y="139611"/>
                </a:lnTo>
                <a:lnTo>
                  <a:pt x="256184" y="139611"/>
                </a:lnTo>
                <a:lnTo>
                  <a:pt x="256184" y="69761"/>
                </a:lnTo>
                <a:lnTo>
                  <a:pt x="0" y="69761"/>
                </a:lnTo>
                <a:lnTo>
                  <a:pt x="0" y="139611"/>
                </a:lnTo>
                <a:lnTo>
                  <a:pt x="0" y="217081"/>
                </a:lnTo>
                <a:lnTo>
                  <a:pt x="0" y="283121"/>
                </a:lnTo>
                <a:lnTo>
                  <a:pt x="0" y="379641"/>
                </a:lnTo>
                <a:lnTo>
                  <a:pt x="0" y="449491"/>
                </a:lnTo>
                <a:lnTo>
                  <a:pt x="263105" y="449491"/>
                </a:lnTo>
                <a:lnTo>
                  <a:pt x="263105" y="379641"/>
                </a:lnTo>
                <a:close/>
              </a:path>
              <a:path w="1929129" h="459104">
                <a:moveTo>
                  <a:pt x="879894" y="384733"/>
                </a:moveTo>
                <a:lnTo>
                  <a:pt x="866051" y="384733"/>
                </a:lnTo>
                <a:lnTo>
                  <a:pt x="856678" y="383247"/>
                </a:lnTo>
                <a:lnTo>
                  <a:pt x="848741" y="378815"/>
                </a:lnTo>
                <a:lnTo>
                  <a:pt x="842251" y="371424"/>
                </a:lnTo>
                <a:lnTo>
                  <a:pt x="837196" y="361061"/>
                </a:lnTo>
                <a:lnTo>
                  <a:pt x="743140" y="97040"/>
                </a:lnTo>
                <a:lnTo>
                  <a:pt x="733869" y="74612"/>
                </a:lnTo>
                <a:lnTo>
                  <a:pt x="711657" y="40805"/>
                </a:lnTo>
                <a:lnTo>
                  <a:pt x="667994" y="15138"/>
                </a:lnTo>
                <a:lnTo>
                  <a:pt x="630059" y="10375"/>
                </a:lnTo>
                <a:lnTo>
                  <a:pt x="618693" y="10769"/>
                </a:lnTo>
                <a:lnTo>
                  <a:pt x="607695" y="11963"/>
                </a:lnTo>
                <a:lnTo>
                  <a:pt x="597052" y="13970"/>
                </a:lnTo>
                <a:lnTo>
                  <a:pt x="586790" y="16776"/>
                </a:lnTo>
                <a:lnTo>
                  <a:pt x="586790" y="82486"/>
                </a:lnTo>
                <a:lnTo>
                  <a:pt x="603796" y="81191"/>
                </a:lnTo>
                <a:lnTo>
                  <a:pt x="616788" y="80772"/>
                </a:lnTo>
                <a:lnTo>
                  <a:pt x="658583" y="96291"/>
                </a:lnTo>
                <a:lnTo>
                  <a:pt x="684872" y="154609"/>
                </a:lnTo>
                <a:lnTo>
                  <a:pt x="591388" y="384733"/>
                </a:lnTo>
                <a:lnTo>
                  <a:pt x="587946" y="384733"/>
                </a:lnTo>
                <a:lnTo>
                  <a:pt x="578561" y="383247"/>
                </a:lnTo>
                <a:lnTo>
                  <a:pt x="570623" y="378815"/>
                </a:lnTo>
                <a:lnTo>
                  <a:pt x="564134" y="371424"/>
                </a:lnTo>
                <a:lnTo>
                  <a:pt x="559092" y="361061"/>
                </a:lnTo>
                <a:lnTo>
                  <a:pt x="465048" y="97040"/>
                </a:lnTo>
                <a:lnTo>
                  <a:pt x="455764" y="74612"/>
                </a:lnTo>
                <a:lnTo>
                  <a:pt x="433552" y="40805"/>
                </a:lnTo>
                <a:lnTo>
                  <a:pt x="389890" y="15138"/>
                </a:lnTo>
                <a:lnTo>
                  <a:pt x="351942" y="10375"/>
                </a:lnTo>
                <a:lnTo>
                  <a:pt x="340588" y="10769"/>
                </a:lnTo>
                <a:lnTo>
                  <a:pt x="329590" y="11963"/>
                </a:lnTo>
                <a:lnTo>
                  <a:pt x="318947" y="13970"/>
                </a:lnTo>
                <a:lnTo>
                  <a:pt x="308686" y="16776"/>
                </a:lnTo>
                <a:lnTo>
                  <a:pt x="308686" y="82486"/>
                </a:lnTo>
                <a:lnTo>
                  <a:pt x="325691" y="81191"/>
                </a:lnTo>
                <a:lnTo>
                  <a:pt x="338670" y="80772"/>
                </a:lnTo>
                <a:lnTo>
                  <a:pt x="380492" y="96291"/>
                </a:lnTo>
                <a:lnTo>
                  <a:pt x="406781" y="154609"/>
                </a:lnTo>
                <a:lnTo>
                  <a:pt x="286753" y="450037"/>
                </a:lnTo>
                <a:lnTo>
                  <a:pt x="368693" y="450037"/>
                </a:lnTo>
                <a:lnTo>
                  <a:pt x="444855" y="245783"/>
                </a:lnTo>
                <a:lnTo>
                  <a:pt x="493877" y="394068"/>
                </a:lnTo>
                <a:lnTo>
                  <a:pt x="499516" y="409105"/>
                </a:lnTo>
                <a:lnTo>
                  <a:pt x="521589" y="440778"/>
                </a:lnTo>
                <a:lnTo>
                  <a:pt x="567169" y="455790"/>
                </a:lnTo>
                <a:lnTo>
                  <a:pt x="584479" y="454888"/>
                </a:lnTo>
                <a:lnTo>
                  <a:pt x="646785" y="450037"/>
                </a:lnTo>
                <a:lnTo>
                  <a:pt x="722960" y="245783"/>
                </a:lnTo>
                <a:lnTo>
                  <a:pt x="771982" y="394068"/>
                </a:lnTo>
                <a:lnTo>
                  <a:pt x="791451" y="432460"/>
                </a:lnTo>
                <a:lnTo>
                  <a:pt x="832040" y="454850"/>
                </a:lnTo>
                <a:lnTo>
                  <a:pt x="845273" y="455790"/>
                </a:lnTo>
                <a:lnTo>
                  <a:pt x="853922" y="455422"/>
                </a:lnTo>
                <a:lnTo>
                  <a:pt x="862571" y="454342"/>
                </a:lnTo>
                <a:lnTo>
                  <a:pt x="871232" y="452551"/>
                </a:lnTo>
                <a:lnTo>
                  <a:pt x="879894" y="450037"/>
                </a:lnTo>
                <a:lnTo>
                  <a:pt x="879894" y="384733"/>
                </a:lnTo>
                <a:close/>
              </a:path>
              <a:path w="1929129" h="459104">
                <a:moveTo>
                  <a:pt x="1104900" y="0"/>
                </a:moveTo>
                <a:lnTo>
                  <a:pt x="1012596" y="0"/>
                </a:lnTo>
                <a:lnTo>
                  <a:pt x="1012596" y="120573"/>
                </a:lnTo>
                <a:lnTo>
                  <a:pt x="1069721" y="120573"/>
                </a:lnTo>
                <a:lnTo>
                  <a:pt x="1104900" y="13817"/>
                </a:lnTo>
                <a:lnTo>
                  <a:pt x="1104900" y="0"/>
                </a:lnTo>
                <a:close/>
              </a:path>
              <a:path w="1929129" h="459104">
                <a:moveTo>
                  <a:pt x="1231265" y="387731"/>
                </a:moveTo>
                <a:lnTo>
                  <a:pt x="1228178" y="388112"/>
                </a:lnTo>
                <a:lnTo>
                  <a:pt x="1225296" y="388289"/>
                </a:lnTo>
                <a:lnTo>
                  <a:pt x="1214539" y="388289"/>
                </a:lnTo>
                <a:lnTo>
                  <a:pt x="1215110" y="386575"/>
                </a:lnTo>
                <a:lnTo>
                  <a:pt x="1203998" y="384365"/>
                </a:lnTo>
                <a:lnTo>
                  <a:pt x="1196073" y="377736"/>
                </a:lnTo>
                <a:lnTo>
                  <a:pt x="1191310" y="366712"/>
                </a:lnTo>
                <a:lnTo>
                  <a:pt x="1189723" y="351269"/>
                </a:lnTo>
                <a:lnTo>
                  <a:pt x="1189812" y="285927"/>
                </a:lnTo>
                <a:lnTo>
                  <a:pt x="1191158" y="241084"/>
                </a:lnTo>
                <a:lnTo>
                  <a:pt x="1194181" y="184937"/>
                </a:lnTo>
                <a:lnTo>
                  <a:pt x="1195501" y="164426"/>
                </a:lnTo>
                <a:lnTo>
                  <a:pt x="1123823" y="164426"/>
                </a:lnTo>
                <a:lnTo>
                  <a:pt x="1123124" y="169329"/>
                </a:lnTo>
                <a:lnTo>
                  <a:pt x="1123010" y="170332"/>
                </a:lnTo>
                <a:lnTo>
                  <a:pt x="1122464" y="176936"/>
                </a:lnTo>
                <a:lnTo>
                  <a:pt x="1122095" y="185801"/>
                </a:lnTo>
                <a:lnTo>
                  <a:pt x="1121702" y="190411"/>
                </a:lnTo>
                <a:lnTo>
                  <a:pt x="1121410" y="194348"/>
                </a:lnTo>
                <a:lnTo>
                  <a:pt x="1121016" y="200875"/>
                </a:lnTo>
                <a:lnTo>
                  <a:pt x="1120927" y="205384"/>
                </a:lnTo>
                <a:lnTo>
                  <a:pt x="1111834" y="194678"/>
                </a:lnTo>
                <a:lnTo>
                  <a:pt x="1111834" y="310134"/>
                </a:lnTo>
                <a:lnTo>
                  <a:pt x="1110538" y="328320"/>
                </a:lnTo>
                <a:lnTo>
                  <a:pt x="1090980" y="368604"/>
                </a:lnTo>
                <a:lnTo>
                  <a:pt x="1054582" y="387604"/>
                </a:lnTo>
                <a:lnTo>
                  <a:pt x="1040574" y="388874"/>
                </a:lnTo>
                <a:lnTo>
                  <a:pt x="1040574" y="388289"/>
                </a:lnTo>
                <a:lnTo>
                  <a:pt x="1025906" y="386943"/>
                </a:lnTo>
                <a:lnTo>
                  <a:pt x="990180" y="366877"/>
                </a:lnTo>
                <a:lnTo>
                  <a:pt x="971156" y="326364"/>
                </a:lnTo>
                <a:lnTo>
                  <a:pt x="969937" y="310134"/>
                </a:lnTo>
                <a:lnTo>
                  <a:pt x="969949" y="308660"/>
                </a:lnTo>
                <a:lnTo>
                  <a:pt x="981303" y="264045"/>
                </a:lnTo>
                <a:lnTo>
                  <a:pt x="1012609" y="236131"/>
                </a:lnTo>
                <a:lnTo>
                  <a:pt x="1040574" y="230771"/>
                </a:lnTo>
                <a:lnTo>
                  <a:pt x="1054811" y="232067"/>
                </a:lnTo>
                <a:lnTo>
                  <a:pt x="1090980" y="251625"/>
                </a:lnTo>
                <a:lnTo>
                  <a:pt x="1110538" y="292354"/>
                </a:lnTo>
                <a:lnTo>
                  <a:pt x="1111834" y="310134"/>
                </a:lnTo>
                <a:lnTo>
                  <a:pt x="1111834" y="194678"/>
                </a:lnTo>
                <a:lnTo>
                  <a:pt x="1103579" y="184937"/>
                </a:lnTo>
                <a:lnTo>
                  <a:pt x="1082192" y="170332"/>
                </a:lnTo>
                <a:lnTo>
                  <a:pt x="1056754" y="161569"/>
                </a:lnTo>
                <a:lnTo>
                  <a:pt x="1027277" y="158661"/>
                </a:lnTo>
                <a:lnTo>
                  <a:pt x="999096" y="161328"/>
                </a:lnTo>
                <a:lnTo>
                  <a:pt x="950531" y="182676"/>
                </a:lnTo>
                <a:lnTo>
                  <a:pt x="913460" y="224078"/>
                </a:lnTo>
                <a:lnTo>
                  <a:pt x="894397" y="277736"/>
                </a:lnTo>
                <a:lnTo>
                  <a:pt x="892009" y="308660"/>
                </a:lnTo>
                <a:lnTo>
                  <a:pt x="894384" y="339813"/>
                </a:lnTo>
                <a:lnTo>
                  <a:pt x="913422" y="393484"/>
                </a:lnTo>
                <a:lnTo>
                  <a:pt x="950429" y="434657"/>
                </a:lnTo>
                <a:lnTo>
                  <a:pt x="998905" y="456006"/>
                </a:lnTo>
                <a:lnTo>
                  <a:pt x="1027049" y="458685"/>
                </a:lnTo>
                <a:lnTo>
                  <a:pt x="1056449" y="455853"/>
                </a:lnTo>
                <a:lnTo>
                  <a:pt x="1081735" y="447382"/>
                </a:lnTo>
                <a:lnTo>
                  <a:pt x="1102906" y="433247"/>
                </a:lnTo>
                <a:lnTo>
                  <a:pt x="1119974" y="413461"/>
                </a:lnTo>
                <a:lnTo>
                  <a:pt x="1130147" y="432739"/>
                </a:lnTo>
                <a:lnTo>
                  <a:pt x="1144968" y="446506"/>
                </a:lnTo>
                <a:lnTo>
                  <a:pt x="1164450" y="454761"/>
                </a:lnTo>
                <a:lnTo>
                  <a:pt x="1188580" y="457517"/>
                </a:lnTo>
                <a:lnTo>
                  <a:pt x="1200543" y="457161"/>
                </a:lnTo>
                <a:lnTo>
                  <a:pt x="1211643" y="456095"/>
                </a:lnTo>
                <a:lnTo>
                  <a:pt x="1221892" y="454317"/>
                </a:lnTo>
                <a:lnTo>
                  <a:pt x="1231265" y="451827"/>
                </a:lnTo>
                <a:lnTo>
                  <a:pt x="1231265" y="413461"/>
                </a:lnTo>
                <a:lnTo>
                  <a:pt x="1231265" y="388874"/>
                </a:lnTo>
                <a:lnTo>
                  <a:pt x="1231265" y="388289"/>
                </a:lnTo>
                <a:lnTo>
                  <a:pt x="1231265" y="387731"/>
                </a:lnTo>
                <a:close/>
              </a:path>
              <a:path w="1929129" h="459104">
                <a:moveTo>
                  <a:pt x="1556042" y="306362"/>
                </a:moveTo>
                <a:lnTo>
                  <a:pt x="1543697" y="249974"/>
                </a:lnTo>
                <a:lnTo>
                  <a:pt x="1506499" y="194424"/>
                </a:lnTo>
                <a:lnTo>
                  <a:pt x="1507070" y="195008"/>
                </a:lnTo>
                <a:lnTo>
                  <a:pt x="1506537" y="194424"/>
                </a:lnTo>
                <a:lnTo>
                  <a:pt x="1475905" y="160858"/>
                </a:lnTo>
                <a:lnTo>
                  <a:pt x="1475905" y="308089"/>
                </a:lnTo>
                <a:lnTo>
                  <a:pt x="1464221" y="352120"/>
                </a:lnTo>
                <a:lnTo>
                  <a:pt x="1431480" y="380936"/>
                </a:lnTo>
                <a:lnTo>
                  <a:pt x="1402054" y="386562"/>
                </a:lnTo>
                <a:lnTo>
                  <a:pt x="1402638" y="385406"/>
                </a:lnTo>
                <a:lnTo>
                  <a:pt x="1387068" y="384035"/>
                </a:lnTo>
                <a:lnTo>
                  <a:pt x="1349121" y="363486"/>
                </a:lnTo>
                <a:lnTo>
                  <a:pt x="1329512" y="324332"/>
                </a:lnTo>
                <a:lnTo>
                  <a:pt x="1328204" y="308089"/>
                </a:lnTo>
                <a:lnTo>
                  <a:pt x="1329499" y="292087"/>
                </a:lnTo>
                <a:lnTo>
                  <a:pt x="1349044" y="252691"/>
                </a:lnTo>
                <a:lnTo>
                  <a:pt x="1386840" y="232130"/>
                </a:lnTo>
                <a:lnTo>
                  <a:pt x="1402346" y="230759"/>
                </a:lnTo>
                <a:lnTo>
                  <a:pt x="1417586" y="232130"/>
                </a:lnTo>
                <a:lnTo>
                  <a:pt x="1455051" y="252691"/>
                </a:lnTo>
                <a:lnTo>
                  <a:pt x="1474597" y="292087"/>
                </a:lnTo>
                <a:lnTo>
                  <a:pt x="1475905" y="308089"/>
                </a:lnTo>
                <a:lnTo>
                  <a:pt x="1475905" y="160858"/>
                </a:lnTo>
                <a:lnTo>
                  <a:pt x="1404937" y="83058"/>
                </a:lnTo>
                <a:lnTo>
                  <a:pt x="1536496" y="83058"/>
                </a:lnTo>
                <a:lnTo>
                  <a:pt x="1536496" y="17297"/>
                </a:lnTo>
                <a:lnTo>
                  <a:pt x="1265897" y="17297"/>
                </a:lnTo>
                <a:lnTo>
                  <a:pt x="1265897" y="38049"/>
                </a:lnTo>
                <a:lnTo>
                  <a:pt x="1379550" y="163258"/>
                </a:lnTo>
                <a:lnTo>
                  <a:pt x="1352537" y="168757"/>
                </a:lnTo>
                <a:lnTo>
                  <a:pt x="1306093" y="191833"/>
                </a:lnTo>
                <a:lnTo>
                  <a:pt x="1270749" y="230212"/>
                </a:lnTo>
                <a:lnTo>
                  <a:pt x="1252575" y="278676"/>
                </a:lnTo>
                <a:lnTo>
                  <a:pt x="1250315" y="306362"/>
                </a:lnTo>
                <a:lnTo>
                  <a:pt x="1253045" y="337083"/>
                </a:lnTo>
                <a:lnTo>
                  <a:pt x="1275003" y="390779"/>
                </a:lnTo>
                <a:lnTo>
                  <a:pt x="1317345" y="432600"/>
                </a:lnTo>
                <a:lnTo>
                  <a:pt x="1371282" y="454228"/>
                </a:lnTo>
                <a:lnTo>
                  <a:pt x="1402054" y="456933"/>
                </a:lnTo>
                <a:lnTo>
                  <a:pt x="1432877" y="454228"/>
                </a:lnTo>
                <a:lnTo>
                  <a:pt x="1487411" y="432600"/>
                </a:lnTo>
                <a:lnTo>
                  <a:pt x="1530819" y="390740"/>
                </a:lnTo>
                <a:lnTo>
                  <a:pt x="1553286" y="337413"/>
                </a:lnTo>
                <a:lnTo>
                  <a:pt x="1555991" y="308089"/>
                </a:lnTo>
                <a:lnTo>
                  <a:pt x="1556042" y="306362"/>
                </a:lnTo>
                <a:close/>
              </a:path>
              <a:path w="1929129" h="459104">
                <a:moveTo>
                  <a:pt x="1928812" y="387731"/>
                </a:moveTo>
                <a:lnTo>
                  <a:pt x="1925739" y="388086"/>
                </a:lnTo>
                <a:lnTo>
                  <a:pt x="1922868" y="388289"/>
                </a:lnTo>
                <a:lnTo>
                  <a:pt x="1912086" y="388289"/>
                </a:lnTo>
                <a:lnTo>
                  <a:pt x="1912670" y="386575"/>
                </a:lnTo>
                <a:lnTo>
                  <a:pt x="1901558" y="384365"/>
                </a:lnTo>
                <a:lnTo>
                  <a:pt x="1893620" y="377736"/>
                </a:lnTo>
                <a:lnTo>
                  <a:pt x="1888858" y="366699"/>
                </a:lnTo>
                <a:lnTo>
                  <a:pt x="1887270" y="351256"/>
                </a:lnTo>
                <a:lnTo>
                  <a:pt x="1887359" y="285927"/>
                </a:lnTo>
                <a:lnTo>
                  <a:pt x="1887639" y="272084"/>
                </a:lnTo>
                <a:lnTo>
                  <a:pt x="1888096" y="257136"/>
                </a:lnTo>
                <a:lnTo>
                  <a:pt x="1888731" y="241058"/>
                </a:lnTo>
                <a:lnTo>
                  <a:pt x="1889213" y="230771"/>
                </a:lnTo>
                <a:lnTo>
                  <a:pt x="1889531" y="223799"/>
                </a:lnTo>
                <a:lnTo>
                  <a:pt x="1890509" y="205384"/>
                </a:lnTo>
                <a:lnTo>
                  <a:pt x="1891728" y="184937"/>
                </a:lnTo>
                <a:lnTo>
                  <a:pt x="1893036" y="164426"/>
                </a:lnTo>
                <a:lnTo>
                  <a:pt x="1821383" y="164426"/>
                </a:lnTo>
                <a:lnTo>
                  <a:pt x="1820672" y="169329"/>
                </a:lnTo>
                <a:lnTo>
                  <a:pt x="1820557" y="170332"/>
                </a:lnTo>
                <a:lnTo>
                  <a:pt x="1820024" y="176936"/>
                </a:lnTo>
                <a:lnTo>
                  <a:pt x="1819643" y="185801"/>
                </a:lnTo>
                <a:lnTo>
                  <a:pt x="1819249" y="190411"/>
                </a:lnTo>
                <a:lnTo>
                  <a:pt x="1818957" y="194348"/>
                </a:lnTo>
                <a:lnTo>
                  <a:pt x="1818779" y="197624"/>
                </a:lnTo>
                <a:lnTo>
                  <a:pt x="1818576" y="200875"/>
                </a:lnTo>
                <a:lnTo>
                  <a:pt x="1818474" y="205384"/>
                </a:lnTo>
                <a:lnTo>
                  <a:pt x="1809381" y="194665"/>
                </a:lnTo>
                <a:lnTo>
                  <a:pt x="1809381" y="310134"/>
                </a:lnTo>
                <a:lnTo>
                  <a:pt x="1797659" y="357555"/>
                </a:lnTo>
                <a:lnTo>
                  <a:pt x="1765223" y="383806"/>
                </a:lnTo>
                <a:lnTo>
                  <a:pt x="1738134" y="388874"/>
                </a:lnTo>
                <a:lnTo>
                  <a:pt x="1738134" y="388289"/>
                </a:lnTo>
                <a:lnTo>
                  <a:pt x="1723466" y="386943"/>
                </a:lnTo>
                <a:lnTo>
                  <a:pt x="1687715" y="366877"/>
                </a:lnTo>
                <a:lnTo>
                  <a:pt x="1668703" y="326364"/>
                </a:lnTo>
                <a:lnTo>
                  <a:pt x="1667484" y="310134"/>
                </a:lnTo>
                <a:lnTo>
                  <a:pt x="1667497" y="308660"/>
                </a:lnTo>
                <a:lnTo>
                  <a:pt x="1678851" y="264045"/>
                </a:lnTo>
                <a:lnTo>
                  <a:pt x="1710182" y="236131"/>
                </a:lnTo>
                <a:lnTo>
                  <a:pt x="1738134" y="230771"/>
                </a:lnTo>
                <a:lnTo>
                  <a:pt x="1752358" y="232067"/>
                </a:lnTo>
                <a:lnTo>
                  <a:pt x="1788541" y="251625"/>
                </a:lnTo>
                <a:lnTo>
                  <a:pt x="1808086" y="292354"/>
                </a:lnTo>
                <a:lnTo>
                  <a:pt x="1809381" y="310134"/>
                </a:lnTo>
                <a:lnTo>
                  <a:pt x="1809381" y="194665"/>
                </a:lnTo>
                <a:lnTo>
                  <a:pt x="1801139" y="184937"/>
                </a:lnTo>
                <a:lnTo>
                  <a:pt x="1779752" y="170332"/>
                </a:lnTo>
                <a:lnTo>
                  <a:pt x="1754314" y="161582"/>
                </a:lnTo>
                <a:lnTo>
                  <a:pt x="1724825" y="158661"/>
                </a:lnTo>
                <a:lnTo>
                  <a:pt x="1696643" y="161328"/>
                </a:lnTo>
                <a:lnTo>
                  <a:pt x="1648079" y="182676"/>
                </a:lnTo>
                <a:lnTo>
                  <a:pt x="1611020" y="224078"/>
                </a:lnTo>
                <a:lnTo>
                  <a:pt x="1591945" y="277736"/>
                </a:lnTo>
                <a:lnTo>
                  <a:pt x="1589557" y="308660"/>
                </a:lnTo>
                <a:lnTo>
                  <a:pt x="1591945" y="339813"/>
                </a:lnTo>
                <a:lnTo>
                  <a:pt x="1610982" y="393484"/>
                </a:lnTo>
                <a:lnTo>
                  <a:pt x="1647990" y="434657"/>
                </a:lnTo>
                <a:lnTo>
                  <a:pt x="1696466" y="456018"/>
                </a:lnTo>
                <a:lnTo>
                  <a:pt x="1724609" y="458685"/>
                </a:lnTo>
                <a:lnTo>
                  <a:pt x="1754009" y="455853"/>
                </a:lnTo>
                <a:lnTo>
                  <a:pt x="1779295" y="447382"/>
                </a:lnTo>
                <a:lnTo>
                  <a:pt x="1800466" y="433247"/>
                </a:lnTo>
                <a:lnTo>
                  <a:pt x="1817535" y="413461"/>
                </a:lnTo>
                <a:lnTo>
                  <a:pt x="1827707" y="432739"/>
                </a:lnTo>
                <a:lnTo>
                  <a:pt x="1842516" y="446506"/>
                </a:lnTo>
                <a:lnTo>
                  <a:pt x="1861997" y="454761"/>
                </a:lnTo>
                <a:lnTo>
                  <a:pt x="1886127" y="457517"/>
                </a:lnTo>
                <a:lnTo>
                  <a:pt x="1898103" y="457161"/>
                </a:lnTo>
                <a:lnTo>
                  <a:pt x="1909203" y="456095"/>
                </a:lnTo>
                <a:lnTo>
                  <a:pt x="1919439" y="454317"/>
                </a:lnTo>
                <a:lnTo>
                  <a:pt x="1928812" y="451827"/>
                </a:lnTo>
                <a:lnTo>
                  <a:pt x="1928812" y="413461"/>
                </a:lnTo>
                <a:lnTo>
                  <a:pt x="1928812" y="388874"/>
                </a:lnTo>
                <a:lnTo>
                  <a:pt x="1928812" y="388289"/>
                </a:lnTo>
                <a:lnTo>
                  <a:pt x="1928812" y="387731"/>
                </a:lnTo>
                <a:close/>
              </a:path>
            </a:pathLst>
          </a:custGeom>
          <a:solidFill>
            <a:srgbClr val="144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968123" y="9374778"/>
            <a:ext cx="432434" cy="395605"/>
            <a:chOff x="8968123" y="9374778"/>
            <a:chExt cx="432434" cy="395605"/>
          </a:xfrm>
        </p:grpSpPr>
        <p:sp>
          <p:nvSpPr>
            <p:cNvPr id="6" name="object 6"/>
            <p:cNvSpPr/>
            <p:nvPr/>
          </p:nvSpPr>
          <p:spPr>
            <a:xfrm>
              <a:off x="8968123" y="9374778"/>
              <a:ext cx="281305" cy="388620"/>
            </a:xfrm>
            <a:custGeom>
              <a:avLst/>
              <a:gdLst/>
              <a:ahLst/>
              <a:cxnLst/>
              <a:rect l="l" t="t" r="r" b="b"/>
              <a:pathLst>
                <a:path w="281304" h="388620">
                  <a:moveTo>
                    <a:pt x="139039" y="0"/>
                  </a:moveTo>
                  <a:lnTo>
                    <a:pt x="84810" y="9521"/>
                  </a:lnTo>
                  <a:lnTo>
                    <a:pt x="42125" y="38074"/>
                  </a:lnTo>
                  <a:lnTo>
                    <a:pt x="13979" y="79475"/>
                  </a:lnTo>
                  <a:lnTo>
                    <a:pt x="4597" y="126352"/>
                  </a:lnTo>
                  <a:lnTo>
                    <a:pt x="4851" y="135079"/>
                  </a:lnTo>
                  <a:lnTo>
                    <a:pt x="5613" y="143373"/>
                  </a:lnTo>
                  <a:lnTo>
                    <a:pt x="6879" y="151233"/>
                  </a:lnTo>
                  <a:lnTo>
                    <a:pt x="8648" y="158661"/>
                  </a:lnTo>
                  <a:lnTo>
                    <a:pt x="87134" y="158661"/>
                  </a:lnTo>
                  <a:lnTo>
                    <a:pt x="84505" y="138468"/>
                  </a:lnTo>
                  <a:lnTo>
                    <a:pt x="84226" y="134429"/>
                  </a:lnTo>
                  <a:lnTo>
                    <a:pt x="98666" y="88861"/>
                  </a:lnTo>
                  <a:lnTo>
                    <a:pt x="137312" y="72694"/>
                  </a:lnTo>
                  <a:lnTo>
                    <a:pt x="148594" y="73668"/>
                  </a:lnTo>
                  <a:lnTo>
                    <a:pt x="182281" y="96423"/>
                  </a:lnTo>
                  <a:lnTo>
                    <a:pt x="190398" y="128663"/>
                  </a:lnTo>
                  <a:lnTo>
                    <a:pt x="189601" y="139592"/>
                  </a:lnTo>
                  <a:lnTo>
                    <a:pt x="170132" y="183402"/>
                  </a:lnTo>
                  <a:lnTo>
                    <a:pt x="0" y="371563"/>
                  </a:lnTo>
                  <a:lnTo>
                    <a:pt x="0" y="388302"/>
                  </a:lnTo>
                  <a:lnTo>
                    <a:pt x="280987" y="387730"/>
                  </a:lnTo>
                  <a:lnTo>
                    <a:pt x="280987" y="321373"/>
                  </a:lnTo>
                  <a:lnTo>
                    <a:pt x="140208" y="321373"/>
                  </a:lnTo>
                  <a:lnTo>
                    <a:pt x="189255" y="269455"/>
                  </a:lnTo>
                  <a:lnTo>
                    <a:pt x="224445" y="229633"/>
                  </a:lnTo>
                  <a:lnTo>
                    <a:pt x="250405" y="193268"/>
                  </a:lnTo>
                  <a:lnTo>
                    <a:pt x="269872" y="140487"/>
                  </a:lnTo>
                  <a:lnTo>
                    <a:pt x="271170" y="121742"/>
                  </a:lnTo>
                  <a:lnTo>
                    <a:pt x="268828" y="96606"/>
                  </a:lnTo>
                  <a:lnTo>
                    <a:pt x="250082" y="53035"/>
                  </a:lnTo>
                  <a:lnTo>
                    <a:pt x="213695" y="19459"/>
                  </a:lnTo>
                  <a:lnTo>
                    <a:pt x="166383" y="2160"/>
                  </a:lnTo>
                  <a:lnTo>
                    <a:pt x="139039" y="0"/>
                  </a:lnTo>
                  <a:close/>
                </a:path>
              </a:pathLst>
            </a:custGeom>
            <a:solidFill>
              <a:srgbClr val="00B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92951" y="9662095"/>
              <a:ext cx="107340" cy="107899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9445270" y="9374779"/>
            <a:ext cx="302895" cy="394970"/>
          </a:xfrm>
          <a:custGeom>
            <a:avLst/>
            <a:gdLst/>
            <a:ahLst/>
            <a:cxnLst/>
            <a:rect l="l" t="t" r="r" b="b"/>
            <a:pathLst>
              <a:path w="302895" h="394970">
                <a:moveTo>
                  <a:pt x="152323" y="0"/>
                </a:moveTo>
                <a:lnTo>
                  <a:pt x="151180" y="0"/>
                </a:lnTo>
                <a:lnTo>
                  <a:pt x="116445" y="3350"/>
                </a:lnTo>
                <a:lnTo>
                  <a:pt x="60185" y="30164"/>
                </a:lnTo>
                <a:lnTo>
                  <a:pt x="21742" y="82353"/>
                </a:lnTo>
                <a:lnTo>
                  <a:pt x="2414" y="152749"/>
                </a:lnTo>
                <a:lnTo>
                  <a:pt x="0" y="194436"/>
                </a:lnTo>
                <a:lnTo>
                  <a:pt x="2414" y="236304"/>
                </a:lnTo>
                <a:lnTo>
                  <a:pt x="9661" y="274204"/>
                </a:lnTo>
                <a:lnTo>
                  <a:pt x="38658" y="338112"/>
                </a:lnTo>
                <a:lnTo>
                  <a:pt x="86404" y="380509"/>
                </a:lnTo>
                <a:lnTo>
                  <a:pt x="151180" y="394627"/>
                </a:lnTo>
                <a:lnTo>
                  <a:pt x="185682" y="391099"/>
                </a:lnTo>
                <a:lnTo>
                  <a:pt x="215936" y="380509"/>
                </a:lnTo>
                <a:lnTo>
                  <a:pt x="241940" y="362849"/>
                </a:lnTo>
                <a:lnTo>
                  <a:pt x="263690" y="338112"/>
                </a:lnTo>
                <a:lnTo>
                  <a:pt x="272486" y="322516"/>
                </a:lnTo>
                <a:lnTo>
                  <a:pt x="152323" y="322516"/>
                </a:lnTo>
                <a:lnTo>
                  <a:pt x="121279" y="314550"/>
                </a:lnTo>
                <a:lnTo>
                  <a:pt x="99106" y="290649"/>
                </a:lnTo>
                <a:lnTo>
                  <a:pt x="85802" y="250807"/>
                </a:lnTo>
                <a:lnTo>
                  <a:pt x="81368" y="195021"/>
                </a:lnTo>
                <a:lnTo>
                  <a:pt x="85802" y="141247"/>
                </a:lnTo>
                <a:lnTo>
                  <a:pt x="99106" y="102838"/>
                </a:lnTo>
                <a:lnTo>
                  <a:pt x="121279" y="79792"/>
                </a:lnTo>
                <a:lnTo>
                  <a:pt x="152323" y="72110"/>
                </a:lnTo>
                <a:lnTo>
                  <a:pt x="274903" y="72110"/>
                </a:lnTo>
                <a:lnTo>
                  <a:pt x="264261" y="53632"/>
                </a:lnTo>
                <a:lnTo>
                  <a:pt x="242985" y="30164"/>
                </a:lnTo>
                <a:lnTo>
                  <a:pt x="217236" y="13404"/>
                </a:lnTo>
                <a:lnTo>
                  <a:pt x="187016" y="3350"/>
                </a:lnTo>
                <a:lnTo>
                  <a:pt x="152323" y="0"/>
                </a:lnTo>
                <a:close/>
              </a:path>
              <a:path w="302895" h="394970">
                <a:moveTo>
                  <a:pt x="274903" y="72110"/>
                </a:moveTo>
                <a:lnTo>
                  <a:pt x="152323" y="72110"/>
                </a:lnTo>
                <a:lnTo>
                  <a:pt x="183122" y="79792"/>
                </a:lnTo>
                <a:lnTo>
                  <a:pt x="205125" y="102838"/>
                </a:lnTo>
                <a:lnTo>
                  <a:pt x="218330" y="141247"/>
                </a:lnTo>
                <a:lnTo>
                  <a:pt x="222732" y="195021"/>
                </a:lnTo>
                <a:lnTo>
                  <a:pt x="218330" y="250807"/>
                </a:lnTo>
                <a:lnTo>
                  <a:pt x="205125" y="290649"/>
                </a:lnTo>
                <a:lnTo>
                  <a:pt x="183122" y="314550"/>
                </a:lnTo>
                <a:lnTo>
                  <a:pt x="152323" y="322516"/>
                </a:lnTo>
                <a:lnTo>
                  <a:pt x="272486" y="322516"/>
                </a:lnTo>
                <a:lnTo>
                  <a:pt x="280596" y="308138"/>
                </a:lnTo>
                <a:lnTo>
                  <a:pt x="292677" y="274204"/>
                </a:lnTo>
                <a:lnTo>
                  <a:pt x="299930" y="236304"/>
                </a:lnTo>
                <a:lnTo>
                  <a:pt x="302348" y="194436"/>
                </a:lnTo>
                <a:lnTo>
                  <a:pt x="299967" y="152962"/>
                </a:lnTo>
                <a:lnTo>
                  <a:pt x="292825" y="115671"/>
                </a:lnTo>
                <a:lnTo>
                  <a:pt x="280923" y="82562"/>
                </a:lnTo>
                <a:lnTo>
                  <a:pt x="274903" y="72110"/>
                </a:lnTo>
                <a:close/>
              </a:path>
            </a:pathLst>
          </a:custGeom>
          <a:solidFill>
            <a:srgbClr val="7EC3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5510" y="5595313"/>
            <a:ext cx="4831080" cy="118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144E8C"/>
                </a:solidFill>
                <a:latin typeface="Century Gothic"/>
                <a:cs typeface="Century Gothic"/>
              </a:rPr>
              <a:t>The investment was implemented under the action</a:t>
            </a:r>
            <a:endParaRPr sz="1900" dirty="0">
              <a:latin typeface="Century Gothic"/>
              <a:cs typeface="Century Gothic"/>
            </a:endParaRPr>
          </a:p>
          <a:p>
            <a:pPr marL="12700" marR="5080">
              <a:lnSpc>
                <a:spcPct val="100000"/>
              </a:lnSpc>
            </a:pPr>
            <a:r>
              <a:rPr sz="1900" b="1" spc="-10" dirty="0">
                <a:solidFill>
                  <a:srgbClr val="144E8C"/>
                </a:solidFill>
                <a:latin typeface="Century Gothic"/>
                <a:cs typeface="Century Gothic"/>
              </a:rPr>
              <a:t>«Green Agrotourism»</a:t>
            </a:r>
            <a:r>
              <a:rPr sz="1900" dirty="0">
                <a:solidFill>
                  <a:srgbClr val="144E8C"/>
                </a:solidFill>
                <a:latin typeface="Century Gothic"/>
                <a:cs typeface="Century Gothic"/>
              </a:rPr>
              <a:t> of the Recovery and Resilience Facility</a:t>
            </a:r>
            <a:endParaRPr sz="19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16092" y="5537714"/>
            <a:ext cx="3086735" cy="682238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600" dirty="0">
                <a:solidFill>
                  <a:srgbClr val="144E8C"/>
                </a:solidFill>
                <a:latin typeface="Century Gothic" panose="020B0502020202020204" pitchFamily="34" charset="0"/>
                <a:cs typeface="Century Gothic"/>
              </a:rPr>
              <a:t>Investment </a:t>
            </a:r>
            <a:r>
              <a:rPr sz="1600" spc="-10" dirty="0">
                <a:solidFill>
                  <a:srgbClr val="144E8C"/>
                </a:solidFill>
                <a:latin typeface="Century Gothic" panose="020B0502020202020204" pitchFamily="34" charset="0"/>
                <a:cs typeface="Century Gothic"/>
              </a:rPr>
              <a:t>budget:</a:t>
            </a:r>
            <a:endParaRPr sz="1600" dirty="0">
              <a:latin typeface="Century Gothic" panose="020B0502020202020204" pitchFamily="34" charset="0"/>
              <a:cs typeface="Century Gothic"/>
            </a:endParaRPr>
          </a:p>
          <a:p>
            <a:pPr marL="12700" marR="5080">
              <a:lnSpc>
                <a:spcPct val="100000"/>
              </a:lnSpc>
              <a:spcBef>
                <a:spcPts val="680"/>
              </a:spcBef>
            </a:pPr>
            <a:r>
              <a:rPr lang="en-US" sz="1600" b="1" i="1" dirty="0">
                <a:solidFill>
                  <a:srgbClr val="144E8C"/>
                </a:solidFill>
                <a:latin typeface="Century Gothic" panose="020B0502020202020204" pitchFamily="34" charset="0"/>
                <a:cs typeface="CenturyGothic-BoldItalic"/>
              </a:rPr>
              <a:t>3.015.095,73</a:t>
            </a:r>
            <a:r>
              <a:rPr lang="el-GR" sz="1600" b="1" i="1" dirty="0">
                <a:solidFill>
                  <a:srgbClr val="144E8C"/>
                </a:solidFill>
                <a:latin typeface="Century Gothic" panose="020B0502020202020204" pitchFamily="34" charset="0"/>
                <a:cs typeface="CenturyGothic-BoldItalic"/>
              </a:rPr>
              <a:t>€</a:t>
            </a:r>
            <a:endParaRPr sz="1600" dirty="0">
              <a:latin typeface="Century Gothic" panose="020B0502020202020204" pitchFamily="34" charset="0"/>
              <a:cs typeface="CenturyGothic-BoldItal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74962" y="5519020"/>
            <a:ext cx="3214370" cy="682238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600" dirty="0">
                <a:solidFill>
                  <a:srgbClr val="144E8C"/>
                </a:solidFill>
                <a:latin typeface="Century Gothic" panose="020B0502020202020204" pitchFamily="34" charset="0"/>
                <a:cs typeface="Century Gothic"/>
              </a:rPr>
              <a:t>EU </a:t>
            </a:r>
            <a:r>
              <a:rPr sz="1600" spc="-25" dirty="0">
                <a:solidFill>
                  <a:srgbClr val="144E8C"/>
                </a:solidFill>
                <a:latin typeface="Century Gothic" panose="020B0502020202020204" pitchFamily="34" charset="0"/>
                <a:cs typeface="Century Gothic"/>
              </a:rPr>
              <a:t>Funding:</a:t>
            </a:r>
            <a:endParaRPr sz="1600" dirty="0">
              <a:latin typeface="Century Gothic" panose="020B0502020202020204" pitchFamily="34" charset="0"/>
              <a:cs typeface="Century Gothic"/>
            </a:endParaRPr>
          </a:p>
          <a:p>
            <a:pPr marL="12700" marR="5080">
              <a:lnSpc>
                <a:spcPct val="100000"/>
              </a:lnSpc>
              <a:spcBef>
                <a:spcPts val="680"/>
              </a:spcBef>
            </a:pPr>
            <a:r>
              <a:rPr lang="en-US" sz="1600" b="1" i="1" dirty="0">
                <a:solidFill>
                  <a:srgbClr val="144E8C"/>
                </a:solidFill>
                <a:latin typeface="Century Gothic" panose="020B0502020202020204" pitchFamily="34" charset="0"/>
                <a:cs typeface="CenturyGothic-BoldItalic"/>
              </a:rPr>
              <a:t>1.507.547,87</a:t>
            </a:r>
            <a:r>
              <a:rPr lang="el-GR" sz="1600" b="1" i="1" dirty="0">
                <a:solidFill>
                  <a:srgbClr val="144E8C"/>
                </a:solidFill>
                <a:latin typeface="Century Gothic" panose="020B0502020202020204" pitchFamily="34" charset="0"/>
                <a:cs typeface="CenturyGothic-BoldItalic"/>
              </a:rPr>
              <a:t>€</a:t>
            </a:r>
            <a:endParaRPr sz="1600" dirty="0">
              <a:latin typeface="Century Gothic" panose="020B0502020202020204" pitchFamily="34" charset="0"/>
              <a:cs typeface="CenturyGothic-BoldItal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65510" y="798669"/>
            <a:ext cx="12823822" cy="1517723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lang="el-GR" sz="5400" dirty="0"/>
              <a:t>«ESTABLISHMENT OF A NEW TOURISM UNIT»</a:t>
            </a:r>
            <a:br>
              <a:rPr lang="en-US" dirty="0"/>
            </a:br>
            <a:endParaRPr sz="3400" dirty="0">
              <a:latin typeface="Century Gothic" panose="020B0502020202020204" pitchFamily="34" charset="0"/>
              <a:cs typeface="Century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634548" y="0"/>
            <a:ext cx="2153285" cy="1487805"/>
            <a:chOff x="12634548" y="0"/>
            <a:chExt cx="2153285" cy="1487805"/>
          </a:xfrm>
        </p:grpSpPr>
        <p:sp>
          <p:nvSpPr>
            <p:cNvPr id="14" name="object 14"/>
            <p:cNvSpPr/>
            <p:nvPr/>
          </p:nvSpPr>
          <p:spPr>
            <a:xfrm>
              <a:off x="14161435" y="947435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270014" y="0"/>
                  </a:moveTo>
                  <a:lnTo>
                    <a:pt x="221476" y="4349"/>
                  </a:lnTo>
                  <a:lnTo>
                    <a:pt x="175793" y="16891"/>
                  </a:lnTo>
                  <a:lnTo>
                    <a:pt x="133728" y="36861"/>
                  </a:lnTo>
                  <a:lnTo>
                    <a:pt x="96043" y="63499"/>
                  </a:lnTo>
                  <a:lnTo>
                    <a:pt x="63500" y="96040"/>
                  </a:lnTo>
                  <a:lnTo>
                    <a:pt x="36862" y="133724"/>
                  </a:lnTo>
                  <a:lnTo>
                    <a:pt x="16891" y="175787"/>
                  </a:lnTo>
                  <a:lnTo>
                    <a:pt x="4349" y="221467"/>
                  </a:lnTo>
                  <a:lnTo>
                    <a:pt x="0" y="270001"/>
                  </a:lnTo>
                  <a:lnTo>
                    <a:pt x="4349" y="318537"/>
                  </a:lnTo>
                  <a:lnTo>
                    <a:pt x="16891" y="364218"/>
                  </a:lnTo>
                  <a:lnTo>
                    <a:pt x="36862" y="406282"/>
                  </a:lnTo>
                  <a:lnTo>
                    <a:pt x="63500" y="443968"/>
                  </a:lnTo>
                  <a:lnTo>
                    <a:pt x="96043" y="476512"/>
                  </a:lnTo>
                  <a:lnTo>
                    <a:pt x="133728" y="503151"/>
                  </a:lnTo>
                  <a:lnTo>
                    <a:pt x="175793" y="523123"/>
                  </a:lnTo>
                  <a:lnTo>
                    <a:pt x="221476" y="535666"/>
                  </a:lnTo>
                  <a:lnTo>
                    <a:pt x="270014" y="540016"/>
                  </a:lnTo>
                  <a:lnTo>
                    <a:pt x="318545" y="535666"/>
                  </a:lnTo>
                  <a:lnTo>
                    <a:pt x="364222" y="523123"/>
                  </a:lnTo>
                  <a:lnTo>
                    <a:pt x="406283" y="503151"/>
                  </a:lnTo>
                  <a:lnTo>
                    <a:pt x="443965" y="476512"/>
                  </a:lnTo>
                  <a:lnTo>
                    <a:pt x="476505" y="443968"/>
                  </a:lnTo>
                  <a:lnTo>
                    <a:pt x="503142" y="406282"/>
                  </a:lnTo>
                  <a:lnTo>
                    <a:pt x="523112" y="364218"/>
                  </a:lnTo>
                  <a:lnTo>
                    <a:pt x="535654" y="318537"/>
                  </a:lnTo>
                  <a:lnTo>
                    <a:pt x="540004" y="270001"/>
                  </a:lnTo>
                  <a:lnTo>
                    <a:pt x="535654" y="221467"/>
                  </a:lnTo>
                  <a:lnTo>
                    <a:pt x="523112" y="175787"/>
                  </a:lnTo>
                  <a:lnTo>
                    <a:pt x="503142" y="133724"/>
                  </a:lnTo>
                  <a:lnTo>
                    <a:pt x="476505" y="96040"/>
                  </a:lnTo>
                  <a:lnTo>
                    <a:pt x="443965" y="63499"/>
                  </a:lnTo>
                  <a:lnTo>
                    <a:pt x="406283" y="36861"/>
                  </a:lnTo>
                  <a:lnTo>
                    <a:pt x="364222" y="16891"/>
                  </a:lnTo>
                  <a:lnTo>
                    <a:pt x="318545" y="4349"/>
                  </a:lnTo>
                  <a:lnTo>
                    <a:pt x="270014" y="0"/>
                  </a:lnTo>
                  <a:close/>
                </a:path>
              </a:pathLst>
            </a:custGeom>
            <a:solidFill>
              <a:srgbClr val="FFD5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634548" y="0"/>
              <a:ext cx="2153285" cy="1008380"/>
            </a:xfrm>
            <a:custGeom>
              <a:avLst/>
              <a:gdLst/>
              <a:ahLst/>
              <a:cxnLst/>
              <a:rect l="l" t="t" r="r" b="b"/>
              <a:pathLst>
                <a:path w="2153284" h="1008380">
                  <a:moveTo>
                    <a:pt x="20446" y="0"/>
                  </a:moveTo>
                  <a:lnTo>
                    <a:pt x="0" y="0"/>
                  </a:lnTo>
                  <a:lnTo>
                    <a:pt x="2530" y="33743"/>
                  </a:lnTo>
                  <a:lnTo>
                    <a:pt x="7931" y="79404"/>
                  </a:lnTo>
                  <a:lnTo>
                    <a:pt x="15335" y="125032"/>
                  </a:lnTo>
                  <a:lnTo>
                    <a:pt x="24764" y="170570"/>
                  </a:lnTo>
                  <a:lnTo>
                    <a:pt x="36242" y="215959"/>
                  </a:lnTo>
                  <a:lnTo>
                    <a:pt x="49793" y="261141"/>
                  </a:lnTo>
                  <a:lnTo>
                    <a:pt x="65440" y="306058"/>
                  </a:lnTo>
                  <a:lnTo>
                    <a:pt x="83206" y="350653"/>
                  </a:lnTo>
                  <a:lnTo>
                    <a:pt x="102911" y="394424"/>
                  </a:lnTo>
                  <a:lnTo>
                    <a:pt x="124321" y="436897"/>
                  </a:lnTo>
                  <a:lnTo>
                    <a:pt x="147378" y="478046"/>
                  </a:lnTo>
                  <a:lnTo>
                    <a:pt x="172025" y="517850"/>
                  </a:lnTo>
                  <a:lnTo>
                    <a:pt x="198203" y="556284"/>
                  </a:lnTo>
                  <a:lnTo>
                    <a:pt x="225855" y="593325"/>
                  </a:lnTo>
                  <a:lnTo>
                    <a:pt x="254922" y="628950"/>
                  </a:lnTo>
                  <a:lnTo>
                    <a:pt x="285347" y="663135"/>
                  </a:lnTo>
                  <a:lnTo>
                    <a:pt x="317072" y="695857"/>
                  </a:lnTo>
                  <a:lnTo>
                    <a:pt x="350039" y="727092"/>
                  </a:lnTo>
                  <a:lnTo>
                    <a:pt x="384189" y="756817"/>
                  </a:lnTo>
                  <a:lnTo>
                    <a:pt x="419466" y="785008"/>
                  </a:lnTo>
                  <a:lnTo>
                    <a:pt x="455810" y="811642"/>
                  </a:lnTo>
                  <a:lnTo>
                    <a:pt x="493164" y="836696"/>
                  </a:lnTo>
                  <a:lnTo>
                    <a:pt x="531471" y="860146"/>
                  </a:lnTo>
                  <a:lnTo>
                    <a:pt x="570672" y="881969"/>
                  </a:lnTo>
                  <a:lnTo>
                    <a:pt x="610708" y="902141"/>
                  </a:lnTo>
                  <a:lnTo>
                    <a:pt x="651524" y="920639"/>
                  </a:lnTo>
                  <a:lnTo>
                    <a:pt x="693059" y="937439"/>
                  </a:lnTo>
                  <a:lnTo>
                    <a:pt x="735257" y="952518"/>
                  </a:lnTo>
                  <a:lnTo>
                    <a:pt x="778060" y="965852"/>
                  </a:lnTo>
                  <a:lnTo>
                    <a:pt x="821409" y="977419"/>
                  </a:lnTo>
                  <a:lnTo>
                    <a:pt x="865247" y="987194"/>
                  </a:lnTo>
                  <a:lnTo>
                    <a:pt x="909515" y="995154"/>
                  </a:lnTo>
                  <a:lnTo>
                    <a:pt x="954156" y="1001276"/>
                  </a:lnTo>
                  <a:lnTo>
                    <a:pt x="999112" y="1005537"/>
                  </a:lnTo>
                  <a:lnTo>
                    <a:pt x="1044325" y="1007912"/>
                  </a:lnTo>
                  <a:lnTo>
                    <a:pt x="1089736" y="1008379"/>
                  </a:lnTo>
                  <a:lnTo>
                    <a:pt x="1135289" y="1006914"/>
                  </a:lnTo>
                  <a:lnTo>
                    <a:pt x="1180925" y="1003493"/>
                  </a:lnTo>
                  <a:lnTo>
                    <a:pt x="1226586" y="998093"/>
                  </a:lnTo>
                  <a:lnTo>
                    <a:pt x="1272214" y="990691"/>
                  </a:lnTo>
                  <a:lnTo>
                    <a:pt x="1284774" y="988091"/>
                  </a:lnTo>
                  <a:lnTo>
                    <a:pt x="1078335" y="988091"/>
                  </a:lnTo>
                  <a:lnTo>
                    <a:pt x="1032590" y="987111"/>
                  </a:lnTo>
                  <a:lnTo>
                    <a:pt x="987067" y="984160"/>
                  </a:lnTo>
                  <a:lnTo>
                    <a:pt x="941829" y="979262"/>
                  </a:lnTo>
                  <a:lnTo>
                    <a:pt x="896936" y="972443"/>
                  </a:lnTo>
                  <a:lnTo>
                    <a:pt x="852452" y="963728"/>
                  </a:lnTo>
                  <a:lnTo>
                    <a:pt x="808437" y="953141"/>
                  </a:lnTo>
                  <a:lnTo>
                    <a:pt x="764954" y="940707"/>
                  </a:lnTo>
                  <a:lnTo>
                    <a:pt x="722064" y="926452"/>
                  </a:lnTo>
                  <a:lnTo>
                    <a:pt x="679828" y="910401"/>
                  </a:lnTo>
                  <a:lnTo>
                    <a:pt x="638309" y="892578"/>
                  </a:lnTo>
                  <a:lnTo>
                    <a:pt x="597569" y="873008"/>
                  </a:lnTo>
                  <a:lnTo>
                    <a:pt x="557668" y="851716"/>
                  </a:lnTo>
                  <a:lnTo>
                    <a:pt x="518669" y="828728"/>
                  </a:lnTo>
                  <a:lnTo>
                    <a:pt x="480633" y="804068"/>
                  </a:lnTo>
                  <a:lnTo>
                    <a:pt x="443623" y="777761"/>
                  </a:lnTo>
                  <a:lnTo>
                    <a:pt x="407699" y="749832"/>
                  </a:lnTo>
                  <a:lnTo>
                    <a:pt x="372924" y="720307"/>
                  </a:lnTo>
                  <a:lnTo>
                    <a:pt x="339359" y="689209"/>
                  </a:lnTo>
                  <a:lnTo>
                    <a:pt x="307067" y="656565"/>
                  </a:lnTo>
                  <a:lnTo>
                    <a:pt x="276108" y="622399"/>
                  </a:lnTo>
                  <a:lnTo>
                    <a:pt x="246544" y="586735"/>
                  </a:lnTo>
                  <a:lnTo>
                    <a:pt x="218438" y="549600"/>
                  </a:lnTo>
                  <a:lnTo>
                    <a:pt x="191851" y="511017"/>
                  </a:lnTo>
                  <a:lnTo>
                    <a:pt x="166844" y="471013"/>
                  </a:lnTo>
                  <a:lnTo>
                    <a:pt x="143480" y="429611"/>
                  </a:lnTo>
                  <a:lnTo>
                    <a:pt x="121820" y="386837"/>
                  </a:lnTo>
                  <a:lnTo>
                    <a:pt x="101926" y="342715"/>
                  </a:lnTo>
                  <a:lnTo>
                    <a:pt x="84040" y="297741"/>
                  </a:lnTo>
                  <a:lnTo>
                    <a:pt x="68351" y="252434"/>
                  </a:lnTo>
                  <a:lnTo>
                    <a:pt x="54832" y="206855"/>
                  </a:lnTo>
                  <a:lnTo>
                    <a:pt x="43460" y="161068"/>
                  </a:lnTo>
                  <a:lnTo>
                    <a:pt x="34208" y="115133"/>
                  </a:lnTo>
                  <a:lnTo>
                    <a:pt x="27053" y="69112"/>
                  </a:lnTo>
                  <a:lnTo>
                    <a:pt x="21969" y="23066"/>
                  </a:lnTo>
                  <a:lnTo>
                    <a:pt x="20446" y="0"/>
                  </a:lnTo>
                  <a:close/>
                </a:path>
                <a:path w="2153284" h="1008380">
                  <a:moveTo>
                    <a:pt x="2153055" y="0"/>
                  </a:moveTo>
                  <a:lnTo>
                    <a:pt x="2132560" y="0"/>
                  </a:lnTo>
                  <a:lnTo>
                    <a:pt x="2131332" y="18945"/>
                  </a:lnTo>
                  <a:lnTo>
                    <a:pt x="2126434" y="64184"/>
                  </a:lnTo>
                  <a:lnTo>
                    <a:pt x="2119614" y="109076"/>
                  </a:lnTo>
                  <a:lnTo>
                    <a:pt x="2110898" y="153560"/>
                  </a:lnTo>
                  <a:lnTo>
                    <a:pt x="2100311" y="197575"/>
                  </a:lnTo>
                  <a:lnTo>
                    <a:pt x="2087877" y="241058"/>
                  </a:lnTo>
                  <a:lnTo>
                    <a:pt x="2073622" y="283948"/>
                  </a:lnTo>
                  <a:lnTo>
                    <a:pt x="2057570" y="326183"/>
                  </a:lnTo>
                  <a:lnTo>
                    <a:pt x="2039747" y="367702"/>
                  </a:lnTo>
                  <a:lnTo>
                    <a:pt x="2020177" y="408442"/>
                  </a:lnTo>
                  <a:lnTo>
                    <a:pt x="1998885" y="448343"/>
                  </a:lnTo>
                  <a:lnTo>
                    <a:pt x="1975897" y="487342"/>
                  </a:lnTo>
                  <a:lnTo>
                    <a:pt x="1951236" y="525377"/>
                  </a:lnTo>
                  <a:lnTo>
                    <a:pt x="1924929" y="562387"/>
                  </a:lnTo>
                  <a:lnTo>
                    <a:pt x="1897001" y="598310"/>
                  </a:lnTo>
                  <a:lnTo>
                    <a:pt x="1867475" y="633085"/>
                  </a:lnTo>
                  <a:lnTo>
                    <a:pt x="1836378" y="666649"/>
                  </a:lnTo>
                  <a:lnTo>
                    <a:pt x="1803733" y="698942"/>
                  </a:lnTo>
                  <a:lnTo>
                    <a:pt x="1769567" y="729900"/>
                  </a:lnTo>
                  <a:lnTo>
                    <a:pt x="1733903" y="759463"/>
                  </a:lnTo>
                  <a:lnTo>
                    <a:pt x="1696768" y="787569"/>
                  </a:lnTo>
                  <a:lnTo>
                    <a:pt x="1658185" y="814156"/>
                  </a:lnTo>
                  <a:lnTo>
                    <a:pt x="1618181" y="839163"/>
                  </a:lnTo>
                  <a:lnTo>
                    <a:pt x="1576779" y="862527"/>
                  </a:lnTo>
                  <a:lnTo>
                    <a:pt x="1534005" y="884187"/>
                  </a:lnTo>
                  <a:lnTo>
                    <a:pt x="1489883" y="904081"/>
                  </a:lnTo>
                  <a:lnTo>
                    <a:pt x="1444911" y="921966"/>
                  </a:lnTo>
                  <a:lnTo>
                    <a:pt x="1399606" y="937656"/>
                  </a:lnTo>
                  <a:lnTo>
                    <a:pt x="1354029" y="951174"/>
                  </a:lnTo>
                  <a:lnTo>
                    <a:pt x="1308244" y="962547"/>
                  </a:lnTo>
                  <a:lnTo>
                    <a:pt x="1262310" y="971798"/>
                  </a:lnTo>
                  <a:lnTo>
                    <a:pt x="1216291" y="978953"/>
                  </a:lnTo>
                  <a:lnTo>
                    <a:pt x="1170248" y="984037"/>
                  </a:lnTo>
                  <a:lnTo>
                    <a:pt x="1124242" y="987074"/>
                  </a:lnTo>
                  <a:lnTo>
                    <a:pt x="1078335" y="988091"/>
                  </a:lnTo>
                  <a:lnTo>
                    <a:pt x="1284774" y="988091"/>
                  </a:lnTo>
                  <a:lnTo>
                    <a:pt x="1363139" y="969786"/>
                  </a:lnTo>
                  <a:lnTo>
                    <a:pt x="1408321" y="956237"/>
                  </a:lnTo>
                  <a:lnTo>
                    <a:pt x="1453239" y="940591"/>
                  </a:lnTo>
                  <a:lnTo>
                    <a:pt x="1497834" y="922826"/>
                  </a:lnTo>
                  <a:lnTo>
                    <a:pt x="1541603" y="903121"/>
                  </a:lnTo>
                  <a:lnTo>
                    <a:pt x="1584074" y="881711"/>
                  </a:lnTo>
                  <a:lnTo>
                    <a:pt x="1625221" y="858653"/>
                  </a:lnTo>
                  <a:lnTo>
                    <a:pt x="1665023" y="834006"/>
                  </a:lnTo>
                  <a:lnTo>
                    <a:pt x="1703456" y="807827"/>
                  </a:lnTo>
                  <a:lnTo>
                    <a:pt x="1740496" y="780175"/>
                  </a:lnTo>
                  <a:lnTo>
                    <a:pt x="1776119" y="751107"/>
                  </a:lnTo>
                  <a:lnTo>
                    <a:pt x="1810303" y="720681"/>
                  </a:lnTo>
                  <a:lnTo>
                    <a:pt x="1843023" y="688955"/>
                  </a:lnTo>
                  <a:lnTo>
                    <a:pt x="1874257" y="655987"/>
                  </a:lnTo>
                  <a:lnTo>
                    <a:pt x="1903981" y="621836"/>
                  </a:lnTo>
                  <a:lnTo>
                    <a:pt x="1932171" y="586558"/>
                  </a:lnTo>
                  <a:lnTo>
                    <a:pt x="1958805" y="550213"/>
                  </a:lnTo>
                  <a:lnTo>
                    <a:pt x="1983858" y="512857"/>
                  </a:lnTo>
                  <a:lnTo>
                    <a:pt x="2007307" y="474549"/>
                  </a:lnTo>
                  <a:lnTo>
                    <a:pt x="2029129" y="435347"/>
                  </a:lnTo>
                  <a:lnTo>
                    <a:pt x="2049300" y="395309"/>
                  </a:lnTo>
                  <a:lnTo>
                    <a:pt x="2067797" y="354493"/>
                  </a:lnTo>
                  <a:lnTo>
                    <a:pt x="2084597" y="312956"/>
                  </a:lnTo>
                  <a:lnTo>
                    <a:pt x="2099675" y="270757"/>
                  </a:lnTo>
                  <a:lnTo>
                    <a:pt x="2113010" y="227954"/>
                  </a:lnTo>
                  <a:lnTo>
                    <a:pt x="2124576" y="184604"/>
                  </a:lnTo>
                  <a:lnTo>
                    <a:pt x="2134351" y="140766"/>
                  </a:lnTo>
                  <a:lnTo>
                    <a:pt x="2142311" y="96497"/>
                  </a:lnTo>
                  <a:lnTo>
                    <a:pt x="2148433" y="51855"/>
                  </a:lnTo>
                  <a:lnTo>
                    <a:pt x="2152693" y="6899"/>
                  </a:lnTo>
                  <a:lnTo>
                    <a:pt x="2153055" y="0"/>
                  </a:lnTo>
                  <a:close/>
                </a:path>
              </a:pathLst>
            </a:custGeom>
            <a:solidFill>
              <a:srgbClr val="7EC3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829173" y="0"/>
              <a:ext cx="1769745" cy="812800"/>
            </a:xfrm>
            <a:custGeom>
              <a:avLst/>
              <a:gdLst/>
              <a:ahLst/>
              <a:cxnLst/>
              <a:rect l="l" t="t" r="r" b="b"/>
              <a:pathLst>
                <a:path w="1769744" h="812800">
                  <a:moveTo>
                    <a:pt x="1769602" y="0"/>
                  </a:moveTo>
                  <a:lnTo>
                    <a:pt x="0" y="0"/>
                  </a:lnTo>
                  <a:lnTo>
                    <a:pt x="4418" y="41419"/>
                  </a:lnTo>
                  <a:lnTo>
                    <a:pt x="11864" y="87751"/>
                  </a:lnTo>
                  <a:lnTo>
                    <a:pt x="21846" y="133972"/>
                  </a:lnTo>
                  <a:lnTo>
                    <a:pt x="34401" y="179995"/>
                  </a:lnTo>
                  <a:lnTo>
                    <a:pt x="49565" y="225730"/>
                  </a:lnTo>
                  <a:lnTo>
                    <a:pt x="67372" y="271089"/>
                  </a:lnTo>
                  <a:lnTo>
                    <a:pt x="87605" y="315437"/>
                  </a:lnTo>
                  <a:lnTo>
                    <a:pt x="109944" y="358144"/>
                  </a:lnTo>
                  <a:lnTo>
                    <a:pt x="134303" y="399173"/>
                  </a:lnTo>
                  <a:lnTo>
                    <a:pt x="160592" y="438488"/>
                  </a:lnTo>
                  <a:lnTo>
                    <a:pt x="188722" y="476055"/>
                  </a:lnTo>
                  <a:lnTo>
                    <a:pt x="218606" y="511835"/>
                  </a:lnTo>
                  <a:lnTo>
                    <a:pt x="250154" y="545795"/>
                  </a:lnTo>
                  <a:lnTo>
                    <a:pt x="283278" y="577898"/>
                  </a:lnTo>
                  <a:lnTo>
                    <a:pt x="317890" y="608109"/>
                  </a:lnTo>
                  <a:lnTo>
                    <a:pt x="353900" y="636390"/>
                  </a:lnTo>
                  <a:lnTo>
                    <a:pt x="391220" y="662707"/>
                  </a:lnTo>
                  <a:lnTo>
                    <a:pt x="429762" y="687024"/>
                  </a:lnTo>
                  <a:lnTo>
                    <a:pt x="469438" y="709305"/>
                  </a:lnTo>
                  <a:lnTo>
                    <a:pt x="510157" y="729514"/>
                  </a:lnTo>
                  <a:lnTo>
                    <a:pt x="551833" y="747615"/>
                  </a:lnTo>
                  <a:lnTo>
                    <a:pt x="594376" y="763572"/>
                  </a:lnTo>
                  <a:lnTo>
                    <a:pt x="637697" y="777350"/>
                  </a:lnTo>
                  <a:lnTo>
                    <a:pt x="681709" y="788913"/>
                  </a:lnTo>
                  <a:lnTo>
                    <a:pt x="726323" y="798224"/>
                  </a:lnTo>
                  <a:lnTo>
                    <a:pt x="771449" y="805248"/>
                  </a:lnTo>
                  <a:lnTo>
                    <a:pt x="817000" y="809949"/>
                  </a:lnTo>
                  <a:lnTo>
                    <a:pt x="862887" y="812292"/>
                  </a:lnTo>
                  <a:lnTo>
                    <a:pt x="909021" y="812240"/>
                  </a:lnTo>
                  <a:lnTo>
                    <a:pt x="955313" y="809757"/>
                  </a:lnTo>
                  <a:lnTo>
                    <a:pt x="1001676" y="804808"/>
                  </a:lnTo>
                  <a:lnTo>
                    <a:pt x="1048020" y="797357"/>
                  </a:lnTo>
                  <a:lnTo>
                    <a:pt x="1094258" y="787368"/>
                  </a:lnTo>
                  <a:lnTo>
                    <a:pt x="1140299" y="774805"/>
                  </a:lnTo>
                  <a:lnTo>
                    <a:pt x="1186057" y="759633"/>
                  </a:lnTo>
                  <a:lnTo>
                    <a:pt x="1231442" y="741814"/>
                  </a:lnTo>
                  <a:lnTo>
                    <a:pt x="1275779" y="721588"/>
                  </a:lnTo>
                  <a:lnTo>
                    <a:pt x="1318477" y="699253"/>
                  </a:lnTo>
                  <a:lnTo>
                    <a:pt x="1359499" y="674898"/>
                  </a:lnTo>
                  <a:lnTo>
                    <a:pt x="1398810" y="648611"/>
                  </a:lnTo>
                  <a:lnTo>
                    <a:pt x="1436375" y="620482"/>
                  </a:lnTo>
                  <a:lnTo>
                    <a:pt x="1472156" y="590599"/>
                  </a:lnTo>
                  <a:lnTo>
                    <a:pt x="1506117" y="559051"/>
                  </a:lnTo>
                  <a:lnTo>
                    <a:pt x="1538224" y="525927"/>
                  </a:lnTo>
                  <a:lnTo>
                    <a:pt x="1568439" y="491314"/>
                  </a:lnTo>
                  <a:lnTo>
                    <a:pt x="1596727" y="455302"/>
                  </a:lnTo>
                  <a:lnTo>
                    <a:pt x="1623053" y="417980"/>
                  </a:lnTo>
                  <a:lnTo>
                    <a:pt x="1647378" y="379436"/>
                  </a:lnTo>
                  <a:lnTo>
                    <a:pt x="1669669" y="339758"/>
                  </a:lnTo>
                  <a:lnTo>
                    <a:pt x="1689889" y="299036"/>
                  </a:lnTo>
                  <a:lnTo>
                    <a:pt x="1708001" y="257359"/>
                  </a:lnTo>
                  <a:lnTo>
                    <a:pt x="1723971" y="214814"/>
                  </a:lnTo>
                  <a:lnTo>
                    <a:pt x="1737761" y="171490"/>
                  </a:lnTo>
                  <a:lnTo>
                    <a:pt x="1749336" y="127477"/>
                  </a:lnTo>
                  <a:lnTo>
                    <a:pt x="1758660" y="82862"/>
                  </a:lnTo>
                  <a:lnTo>
                    <a:pt x="1765697" y="37735"/>
                  </a:lnTo>
                  <a:lnTo>
                    <a:pt x="1769602" y="0"/>
                  </a:lnTo>
                  <a:close/>
                </a:path>
              </a:pathLst>
            </a:custGeom>
            <a:solidFill>
              <a:srgbClr val="00B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13685961" y="1959125"/>
            <a:ext cx="1060450" cy="1060450"/>
          </a:xfrm>
          <a:custGeom>
            <a:avLst/>
            <a:gdLst/>
            <a:ahLst/>
            <a:cxnLst/>
            <a:rect l="l" t="t" r="r" b="b"/>
            <a:pathLst>
              <a:path w="1060450" h="1060450">
                <a:moveTo>
                  <a:pt x="529958" y="0"/>
                </a:moveTo>
                <a:lnTo>
                  <a:pt x="481719" y="2165"/>
                </a:lnTo>
                <a:lnTo>
                  <a:pt x="434695" y="8537"/>
                </a:lnTo>
                <a:lnTo>
                  <a:pt x="389071" y="18928"/>
                </a:lnTo>
                <a:lnTo>
                  <a:pt x="345035" y="33152"/>
                </a:lnTo>
                <a:lnTo>
                  <a:pt x="302773" y="51021"/>
                </a:lnTo>
                <a:lnTo>
                  <a:pt x="262474" y="72349"/>
                </a:lnTo>
                <a:lnTo>
                  <a:pt x="224323" y="96947"/>
                </a:lnTo>
                <a:lnTo>
                  <a:pt x="188509" y="124630"/>
                </a:lnTo>
                <a:lnTo>
                  <a:pt x="155217" y="155209"/>
                </a:lnTo>
                <a:lnTo>
                  <a:pt x="124636" y="188499"/>
                </a:lnTo>
                <a:lnTo>
                  <a:pt x="96952" y="224312"/>
                </a:lnTo>
                <a:lnTo>
                  <a:pt x="72352" y="262461"/>
                </a:lnTo>
                <a:lnTo>
                  <a:pt x="51024" y="302758"/>
                </a:lnTo>
                <a:lnTo>
                  <a:pt x="33154" y="345017"/>
                </a:lnTo>
                <a:lnTo>
                  <a:pt x="18929" y="389052"/>
                </a:lnTo>
                <a:lnTo>
                  <a:pt x="8538" y="434674"/>
                </a:lnTo>
                <a:lnTo>
                  <a:pt x="2165" y="481696"/>
                </a:lnTo>
                <a:lnTo>
                  <a:pt x="0" y="529932"/>
                </a:lnTo>
                <a:lnTo>
                  <a:pt x="2165" y="578169"/>
                </a:lnTo>
                <a:lnTo>
                  <a:pt x="8538" y="625192"/>
                </a:lnTo>
                <a:lnTo>
                  <a:pt x="18929" y="670815"/>
                </a:lnTo>
                <a:lnTo>
                  <a:pt x="33154" y="714851"/>
                </a:lnTo>
                <a:lnTo>
                  <a:pt x="51024" y="757112"/>
                </a:lnTo>
                <a:lnTo>
                  <a:pt x="72352" y="797411"/>
                </a:lnTo>
                <a:lnTo>
                  <a:pt x="96952" y="835561"/>
                </a:lnTo>
                <a:lnTo>
                  <a:pt x="124636" y="871376"/>
                </a:lnTo>
                <a:lnTo>
                  <a:pt x="155217" y="904668"/>
                </a:lnTo>
                <a:lnTo>
                  <a:pt x="188509" y="935250"/>
                </a:lnTo>
                <a:lnTo>
                  <a:pt x="224323" y="962935"/>
                </a:lnTo>
                <a:lnTo>
                  <a:pt x="262474" y="987535"/>
                </a:lnTo>
                <a:lnTo>
                  <a:pt x="302773" y="1008864"/>
                </a:lnTo>
                <a:lnTo>
                  <a:pt x="345035" y="1026735"/>
                </a:lnTo>
                <a:lnTo>
                  <a:pt x="389071" y="1040960"/>
                </a:lnTo>
                <a:lnTo>
                  <a:pt x="434695" y="1051352"/>
                </a:lnTo>
                <a:lnTo>
                  <a:pt x="481719" y="1057725"/>
                </a:lnTo>
                <a:lnTo>
                  <a:pt x="529958" y="1059891"/>
                </a:lnTo>
                <a:lnTo>
                  <a:pt x="578190" y="1057725"/>
                </a:lnTo>
                <a:lnTo>
                  <a:pt x="625210" y="1051352"/>
                </a:lnTo>
                <a:lnTo>
                  <a:pt x="670829" y="1040960"/>
                </a:lnTo>
                <a:lnTo>
                  <a:pt x="714861" y="1026735"/>
                </a:lnTo>
                <a:lnTo>
                  <a:pt x="757119" y="1008864"/>
                </a:lnTo>
                <a:lnTo>
                  <a:pt x="797415" y="987535"/>
                </a:lnTo>
                <a:lnTo>
                  <a:pt x="835563" y="962935"/>
                </a:lnTo>
                <a:lnTo>
                  <a:pt x="871375" y="935250"/>
                </a:lnTo>
                <a:lnTo>
                  <a:pt x="904665" y="904668"/>
                </a:lnTo>
                <a:lnTo>
                  <a:pt x="935245" y="871376"/>
                </a:lnTo>
                <a:lnTo>
                  <a:pt x="962928" y="835561"/>
                </a:lnTo>
                <a:lnTo>
                  <a:pt x="987527" y="797411"/>
                </a:lnTo>
                <a:lnTo>
                  <a:pt x="1008854" y="757112"/>
                </a:lnTo>
                <a:lnTo>
                  <a:pt x="1026724" y="714851"/>
                </a:lnTo>
                <a:lnTo>
                  <a:pt x="1040948" y="670815"/>
                </a:lnTo>
                <a:lnTo>
                  <a:pt x="1051340" y="625192"/>
                </a:lnTo>
                <a:lnTo>
                  <a:pt x="1057712" y="578169"/>
                </a:lnTo>
                <a:lnTo>
                  <a:pt x="1059878" y="529932"/>
                </a:lnTo>
                <a:lnTo>
                  <a:pt x="1057712" y="481696"/>
                </a:lnTo>
                <a:lnTo>
                  <a:pt x="1051340" y="434674"/>
                </a:lnTo>
                <a:lnTo>
                  <a:pt x="1040948" y="389052"/>
                </a:lnTo>
                <a:lnTo>
                  <a:pt x="1026724" y="345017"/>
                </a:lnTo>
                <a:lnTo>
                  <a:pt x="1008854" y="302758"/>
                </a:lnTo>
                <a:lnTo>
                  <a:pt x="987527" y="262461"/>
                </a:lnTo>
                <a:lnTo>
                  <a:pt x="962928" y="224312"/>
                </a:lnTo>
                <a:lnTo>
                  <a:pt x="935245" y="188499"/>
                </a:lnTo>
                <a:lnTo>
                  <a:pt x="904665" y="155209"/>
                </a:lnTo>
                <a:lnTo>
                  <a:pt x="871375" y="124630"/>
                </a:lnTo>
                <a:lnTo>
                  <a:pt x="835563" y="96947"/>
                </a:lnTo>
                <a:lnTo>
                  <a:pt x="797415" y="72349"/>
                </a:lnTo>
                <a:lnTo>
                  <a:pt x="757119" y="51021"/>
                </a:lnTo>
                <a:lnTo>
                  <a:pt x="714861" y="33152"/>
                </a:lnTo>
                <a:lnTo>
                  <a:pt x="670829" y="18928"/>
                </a:lnTo>
                <a:lnTo>
                  <a:pt x="625210" y="8537"/>
                </a:lnTo>
                <a:lnTo>
                  <a:pt x="578190" y="2165"/>
                </a:lnTo>
                <a:lnTo>
                  <a:pt x="529958" y="0"/>
                </a:lnTo>
                <a:close/>
              </a:path>
            </a:pathLst>
          </a:custGeom>
          <a:solidFill>
            <a:srgbClr val="7EC35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38</Words>
  <Application>Microsoft Macintosh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Century Gothic</vt:lpstr>
      <vt:lpstr>CenturyGothic-BoldItalic</vt:lpstr>
      <vt:lpstr>Office Theme</vt:lpstr>
      <vt:lpstr>«ESTABLISHMENT OF A NEW TOURISM UNIT»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Agrodiatrofi_Greece2_0_MinAgr_Board_CMYK</dc:title>
  <dc:creator>Vaia Apostolopoulou</dc:creator>
  <cp:lastModifiedBy>GDritsanos | AOZ Realty &amp; Consulting</cp:lastModifiedBy>
  <cp:revision>6</cp:revision>
  <dcterms:created xsi:type="dcterms:W3CDTF">2023-10-26T08:16:42Z</dcterms:created>
  <dcterms:modified xsi:type="dcterms:W3CDTF">2026-08-30T16:03:46Z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2023-10-26T00:00:00Z</vt:filetime>
  </property>
  <property fmtid="{D5CDD505-2E9C-101B-9397-08002B2CF9AE}" pid="3" name="Creator">
    <vt:lpwstr>Adobe Illustrator 28.0 (Macintosh)</vt:lpwstr>
  </property>
  <property fmtid="{D5CDD505-2E9C-101B-9397-08002B2CF9AE}" pid="4" name="LastSaved">
    <vt:filetime>2023-10-26T00:00:00Z</vt:filetime>
  </property>
  <property fmtid="{D5CDD505-2E9C-101B-9397-08002B2CF9AE}" pid="5" name="Producer">
    <vt:lpwstr>Adobe PDF library 17.00</vt:lpwstr>
  </property>
</Properties>
</file>